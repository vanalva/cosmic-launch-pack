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meet-cosmo/01-cover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meet-cosmo/02-craftsman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meet-cosmo/03-inspector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meet-cosmo/04-oddball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meet-cosmo/05-know-how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3371118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A GUEST ON THE CREW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01 / 05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857375"/>
            <a:ext cx="7054779" cy="3086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b="0" sz="11250" i="0" spc="-168">
                <a:solidFill>
                  <a:srgbClr val="171726"/>
                </a:solidFill>
                <a:latin typeface="Archivo Black"/>
              </a:rPr>
              <a:t>MEET</a:t>
            </a:r>
          </a:p>
          <a:p>
            <a:pPr algn="l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b="0" sz="11250" i="0" spc="-168">
                <a:solidFill>
                  <a:srgbClr val="362CFF"/>
                </a:solidFill>
                <a:latin typeface="Archivo Black"/>
              </a:rPr>
              <a:t>COSMO.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4647819"/>
            <a:ext cx="3411527" cy="158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171726"/>
                </a:solidFill>
                <a:latin typeface="Archivo Medium"/>
              </a:rPr>
              <a:t>Part craftsman, part inspector, part cosmic oddball.</a:t>
            </a:r>
          </a:p>
        </p:txBody>
      </p:sp>
      <p:pic>
        <p:nvPicPr>
          <p:cNvPr id="8" name="Graphic" descr="logo-17c197af06c526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402" y="6038893"/>
            <a:ext cx="5205698" cy="60959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2011589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MEET COSMO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10149" y="6438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02 / 05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654683"/>
            <a:ext cx="9615206" cy="25511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ECE9E0"/>
                </a:solidFill>
                <a:latin typeface="Archivo Black"/>
              </a:rPr>
              <a:t>PART</a:t>
            </a:r>
          </a:p>
          <a:p>
            <a:pPr algn="l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ECE9E0"/>
                </a:solidFill>
                <a:latin typeface="Archivo Black"/>
              </a:rPr>
              <a:t>CRAFTSMAN.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85800" y="4011454"/>
            <a:ext cx="4548736" cy="15803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ECE9E0"/>
                </a:solidFill>
                <a:latin typeface="Archivo Medium"/>
              </a:rPr>
              <a:t>Hands that know the job, and the patience to do it properly.</a:t>
            </a:r>
          </a:p>
        </p:txBody>
      </p:sp>
      <p:pic>
        <p:nvPicPr>
          <p:cNvPr id="7" name="Graphic" descr="logo-5afb2d8827fd4d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366" y="7429532"/>
            <a:ext cx="5259134" cy="49529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2011589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MEET COSMO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03 / 05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1845183"/>
            <a:ext cx="8822787" cy="25511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171726"/>
                </a:solidFill>
                <a:latin typeface="Archivo Black"/>
              </a:rPr>
              <a:t>PART</a:t>
            </a:r>
          </a:p>
          <a:p>
            <a:pPr algn="l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171726"/>
                </a:solidFill>
                <a:latin typeface="Archivo Black"/>
              </a:rPr>
              <a:t>INSPECTOR.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4201954"/>
            <a:ext cx="4548736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He checks the details so nothing gets missed.</a:t>
            </a:r>
          </a:p>
        </p:txBody>
      </p:sp>
      <p:pic>
        <p:nvPicPr>
          <p:cNvPr id="8" name="Graphic" descr="logo-7c48b36fe4c478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225" y="7277151"/>
            <a:ext cx="5762625" cy="47623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2011589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MEET COSMO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09863" y="643814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04 / 05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641729"/>
            <a:ext cx="8926266" cy="2304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PART COSMIC</a:t>
            </a:r>
          </a:p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ODDBALL.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85800" y="3805714"/>
            <a:ext cx="4093853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ECE9E0"/>
                </a:solidFill>
                <a:latin typeface="Archivo Medium"/>
              </a:rPr>
              <a:t>Yes, that is a tub of paint.</a:t>
            </a:r>
          </a:p>
        </p:txBody>
      </p:sp>
      <p:pic>
        <p:nvPicPr>
          <p:cNvPr id="7" name="Graphic" descr="logo-f62785867f1887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331" y="7239045"/>
            <a:ext cx="5068919" cy="49529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2011589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MEET COSMO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05 / 05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914400" y="1730121"/>
            <a:ext cx="8796528" cy="25648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940"/>
              </a:lnSpc>
              <a:spcBef>
                <a:spcPts val="0"/>
              </a:spcBef>
              <a:spcAft>
                <a:spcPts val="0"/>
              </a:spcAft>
            </a:pPr>
            <a:r>
              <a:rPr b="0" sz="6600" i="0" spc="-99">
                <a:solidFill>
                  <a:srgbClr val="171726"/>
                </a:solidFill>
                <a:latin typeface="Archivo Black"/>
              </a:rPr>
              <a:t>KNOW-HOW FROM DOING THE WORK FOR A LONG TIME.</a:t>
            </a:r>
          </a:p>
        </p:txBody>
      </p:sp>
      <p:pic>
        <p:nvPicPr>
          <p:cNvPr id="7" name="Graphic" descr="logo-f69a858a7a0759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00676"/>
            <a:ext cx="6371463" cy="4476699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914400" y="11517249"/>
            <a:ext cx="3490920" cy="6507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362CFF"/>
                </a:solidFill>
                <a:latin typeface="Archivo Medium"/>
              </a:rPr>
              <a:t>We care, it shows.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