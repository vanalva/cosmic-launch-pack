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66675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print/09-referral-card-back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print/09-referral-card-front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print/11-business-card-back-carlos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print/11-business-card-back-roberto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print/11-business-card-front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171450" y="171450"/>
            <a:ext cx="6324600" cy="3467100"/>
          </a:xfrm>
          <a:prstGeom prst="roundRect">
            <a:avLst>
              <a:gd name="adj" fmla="val 824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adline"/>
          <p:cNvSpPr txBox="1"/>
          <p:nvPr/>
        </p:nvSpPr>
        <p:spPr>
          <a:xfrm>
            <a:off x="590550" y="573405"/>
            <a:ext cx="570585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171726"/>
                </a:solidFill>
                <a:latin typeface="Archivo Black"/>
              </a:rPr>
              <a:t>REFER GOOD PEOPLE, EARN COSMIC CREDIT.</a:t>
            </a:r>
          </a:p>
        </p:txBody>
      </p:sp>
      <p:sp>
        <p:nvSpPr>
          <p:cNvPr id="5" name="Box frame"/>
          <p:cNvSpPr/>
          <p:nvPr/>
        </p:nvSpPr>
        <p:spPr>
          <a:xfrm>
            <a:off x="604838" y="1423988"/>
            <a:ext cx="1359884" cy="266700"/>
          </a:xfrm>
          <a:prstGeom prst="roundRect">
            <a:avLst>
              <a:gd name="adj" fmla="val 35714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752475" y="1466698"/>
            <a:ext cx="1268562" cy="2502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b="1" sz="1155" i="0" spc="46">
                <a:solidFill>
                  <a:srgbClr val="362CFF"/>
                </a:solidFill>
                <a:latin typeface="Archivo"/>
              </a:rPr>
              <a:t>[TBC: OFFER]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590550" y="2671724"/>
            <a:ext cx="1088700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Your code</a:t>
            </a:r>
          </a:p>
        </p:txBody>
      </p:sp>
      <p:sp>
        <p:nvSpPr>
          <p:cNvPr id="8" name="Box frame"/>
          <p:cNvSpPr/>
          <p:nvPr/>
        </p:nvSpPr>
        <p:spPr>
          <a:xfrm>
            <a:off x="1546193" y="2690812"/>
            <a:ext cx="1997392" cy="247650"/>
          </a:xfrm>
          <a:prstGeom prst="roundRect">
            <a:avLst>
              <a:gd name="adj" fmla="val 38461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693831" y="2727427"/>
            <a:ext cx="1982572" cy="2276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sz="1050" i="0" spc="42">
                <a:solidFill>
                  <a:srgbClr val="171726"/>
                </a:solidFill>
                <a:latin typeface="Archivo"/>
              </a:rPr>
              <a:t>[TBC: REFERRAL CODE]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90550" y="30336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171450" y="171450"/>
            <a:ext cx="6324600" cy="3467100"/>
          </a:xfrm>
          <a:prstGeom prst="roundRect">
            <a:avLst>
              <a:gd name="adj" fmla="val 824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ddbcd64d8785db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3" y="552450"/>
            <a:ext cx="2041201" cy="952500"/>
          </a:xfrm>
          <a:prstGeom prst="rect">
            <a:avLst/>
          </a:prstGeom>
        </p:spPr>
      </p:pic>
      <p:pic>
        <p:nvPicPr>
          <p:cNvPr id="5" name="Graphic" descr="logo-acdc5e0864aebc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183" y="1428750"/>
            <a:ext cx="2190484" cy="1174242"/>
          </a:xfrm>
          <a:prstGeom prst="rect">
            <a:avLst/>
          </a:prstGeom>
        </p:spPr>
      </p:pic>
      <p:pic>
        <p:nvPicPr>
          <p:cNvPr id="6" name="Graphic" descr="logo-473197ed9ff96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174" y="552534"/>
            <a:ext cx="2398776" cy="2381082"/>
          </a:xfrm>
          <a:prstGeom prst="rect">
            <a:avLst/>
          </a:prstGeom>
        </p:spPr>
      </p:pic>
      <p:pic>
        <p:nvPicPr>
          <p:cNvPr id="7" name="Graphic" descr="logo-6e8d5c923fbff8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2933705"/>
            <a:ext cx="1361218" cy="323839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5232940" y="2999422"/>
            <a:ext cx="1021491" cy="26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1" spc="48">
                <a:solidFill>
                  <a:srgbClr val="362CFF"/>
                </a:solidFill>
                <a:latin typeface="Archivo ExtraBold"/>
              </a:rPr>
              <a:t>THE CLUB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171450" y="171450"/>
            <a:ext cx="6324600" cy="3467100"/>
          </a:xfrm>
          <a:prstGeom prst="roundRect">
            <a:avLst>
              <a:gd name="adj" fmla="val 824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adline"/>
          <p:cNvSpPr txBox="1"/>
          <p:nvPr/>
        </p:nvSpPr>
        <p:spPr>
          <a:xfrm>
            <a:off x="590550" y="568071"/>
            <a:ext cx="4527423" cy="45605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42">
                <a:solidFill>
                  <a:srgbClr val="171726"/>
                </a:solidFill>
                <a:latin typeface="Archivo Black"/>
              </a:rPr>
              <a:t>CARLOS R. ESTRADA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90550" y="958577"/>
            <a:ext cx="1520434" cy="292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1" spc="54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90550" y="2462174"/>
            <a:ext cx="16312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(512) 348-6433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590550" y="2747924"/>
            <a:ext cx="2928610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carlos@choosecosmic.com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90550" y="30336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pic>
        <p:nvPicPr>
          <p:cNvPr id="9" name="Graphic" descr="logo-6e8d5c923fbff8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732" y="2476505"/>
            <a:ext cx="1361218" cy="3238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171450" y="171450"/>
            <a:ext cx="6324600" cy="3467100"/>
          </a:xfrm>
          <a:prstGeom prst="roundRect">
            <a:avLst>
              <a:gd name="adj" fmla="val 824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adline"/>
          <p:cNvSpPr txBox="1"/>
          <p:nvPr/>
        </p:nvSpPr>
        <p:spPr>
          <a:xfrm>
            <a:off x="590550" y="568071"/>
            <a:ext cx="4628769" cy="45605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42">
                <a:solidFill>
                  <a:srgbClr val="171726"/>
                </a:solidFill>
                <a:latin typeface="Archivo Black"/>
              </a:rPr>
              <a:t>ROBERTO MARTÍNEZ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90550" y="958577"/>
            <a:ext cx="1520434" cy="292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1" spc="54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90550" y="2462174"/>
            <a:ext cx="163106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(512) 348-6232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590550" y="2747924"/>
            <a:ext cx="304393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roberto@choosecosmic.com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90550" y="30336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pic>
        <p:nvPicPr>
          <p:cNvPr id="9" name="Graphic" descr="logo-6e8d5c923fbff8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732" y="2476505"/>
            <a:ext cx="1361218" cy="3238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a01817fc2e3403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83" y="1223200"/>
            <a:ext cx="3809934" cy="906399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1689640" y="2353627"/>
            <a:ext cx="3758794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 spc="31">
                <a:solidFill>
                  <a:srgbClr val="ECE9E0"/>
                </a:solidFill>
                <a:latin typeface="Archivo"/>
              </a:rPr>
              <a:t>Property services. Done properly.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