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66675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print-options/A-back-carlos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print-options/A-back-roberto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print-options/A-front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print-options/A2-front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print-options/B-back-carlos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print-options/B-back-roberto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print-options/B-front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print-options/C-back-carlos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print-options/C-back-roberto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print-options/C-front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print-options/E-back-carlos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print-options/E-back-roberto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print-options/E-front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print-options/F-back-carlos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print-options/F-back-roberto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print-options/F-front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print-options/G-back-carlos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print-options/G-back-roberto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print-options/G-front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print-options/X-back-roberto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8348"/>
            <a:ext cx="5230231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171726"/>
                </a:solidFill>
                <a:latin typeface="Archivo Black"/>
              </a:rPr>
              <a:t>CARLOS R. ESTRADA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53319"/>
            <a:ext cx="16807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48128"/>
            <a:ext cx="1709044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24353"/>
            <a:ext cx="3071028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carlos@choosecosmic.com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0578"/>
            <a:ext cx="2181636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8" name="Graphic" descr="logo-0e06f562547d0e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99" y="2333339"/>
            <a:ext cx="1428551" cy="1000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8348"/>
            <a:ext cx="5347579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171726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53319"/>
            <a:ext cx="16807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48128"/>
            <a:ext cx="1708724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24353"/>
            <a:ext cx="3192216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roberto@choosecosmic.com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0578"/>
            <a:ext cx="2181636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8" name="Graphic" descr="logo-0e06f562547d0e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99" y="2333339"/>
            <a:ext cx="1428551" cy="10004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f854fb8325c3e6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59" y="990600"/>
            <a:ext cx="5333783" cy="2829401"/>
          </a:xfrm>
          <a:prstGeom prst="rect">
            <a:avLst/>
          </a:prstGeom>
        </p:spPr>
      </p:pic>
      <p:pic>
        <p:nvPicPr>
          <p:cNvPr id="4" name="Graphic" descr="logo-d44774ecfe0ac9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86" y="476250"/>
            <a:ext cx="1809278" cy="430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426f39ed17eb89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893" y="1000125"/>
            <a:ext cx="5143213" cy="2529459"/>
          </a:xfrm>
          <a:prstGeom prst="rect">
            <a:avLst/>
          </a:prstGeom>
        </p:spPr>
      </p:pic>
      <p:pic>
        <p:nvPicPr>
          <p:cNvPr id="4" name="Graphic" descr="logo-d44774ecfe0ac9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86" y="476250"/>
            <a:ext cx="1809278" cy="430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76158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CARLOS R. ESTRADA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896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57424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348-6433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33649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carlos@choosecosmic.com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20849" y="2943225"/>
            <a:ext cx="1470401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>
                <a:solidFill>
                  <a:srgbClr val="ECE9E0"/>
                </a:solidFill>
                <a:latin typeface="Archivo Medium"/>
              </a:rPr>
              <a:t>Property services.</a:t>
            </a:r>
          </a:p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>
                <a:solidFill>
                  <a:srgbClr val="ECE9E0"/>
                </a:solidFill>
                <a:latin typeface="Archivo Medium"/>
              </a:rPr>
              <a:t>Done properly.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86826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896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57424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348-6232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33649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roberto@choosecosmic.com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20849" y="2943225"/>
            <a:ext cx="1470401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>
                <a:solidFill>
                  <a:srgbClr val="ECE9E0"/>
                </a:solidFill>
                <a:latin typeface="Archivo Medium"/>
              </a:rPr>
              <a:t>Property services.</a:t>
            </a:r>
          </a:p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0">
                <a:solidFill>
                  <a:srgbClr val="ECE9E0"/>
                </a:solidFill>
                <a:latin typeface="Archivo Medium"/>
              </a:rPr>
              <a:t>Done properly.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28600" y="228600"/>
            <a:ext cx="6210300" cy="3352800"/>
          </a:xfrm>
          <a:prstGeom prst="roundRect">
            <a:avLst>
              <a:gd name="adj" fmla="val 852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9b222aea7d59a4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098" y="971550"/>
            <a:ext cx="3238204" cy="770382"/>
          </a:xfrm>
          <a:prstGeom prst="rect">
            <a:avLst/>
          </a:prstGeom>
        </p:spPr>
      </p:pic>
      <p:pic>
        <p:nvPicPr>
          <p:cNvPr id="5" name="Graphic" descr="logo-9a8fa92654383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363" y="2305050"/>
            <a:ext cx="1619123" cy="15396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6062"/>
            <a:ext cx="4293047" cy="432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40">
                <a:solidFill>
                  <a:srgbClr val="ECE9E0"/>
                </a:solidFill>
                <a:latin typeface="Archivo Black"/>
              </a:rPr>
              <a:t>CARLOS R. ESTRADA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431792" y="594360"/>
            <a:ext cx="1359880" cy="26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1" spc="48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Rule top"/>
          <p:cNvSpPr/>
          <p:nvPr/>
        </p:nvSpPr>
        <p:spPr>
          <a:xfrm>
            <a:off x="476250" y="937165"/>
            <a:ext cx="5715000" cy="285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le right"/>
          <p:cNvSpPr/>
          <p:nvPr/>
        </p:nvSpPr>
        <p:spPr>
          <a:xfrm>
            <a:off x="6181725" y="937165"/>
            <a:ext cx="9525" cy="381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ule bottom"/>
          <p:cNvSpPr/>
          <p:nvPr/>
        </p:nvSpPr>
        <p:spPr>
          <a:xfrm>
            <a:off x="476250" y="965740"/>
            <a:ext cx="5715000" cy="95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left"/>
          <p:cNvSpPr/>
          <p:nvPr/>
        </p:nvSpPr>
        <p:spPr>
          <a:xfrm>
            <a:off x="476250" y="937165"/>
            <a:ext cx="9525" cy="381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76250" y="1121645"/>
            <a:ext cx="745297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PHONE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24000" y="1094289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348-6433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76250" y="1426445"/>
            <a:ext cx="670088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EMAIL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524000" y="1399089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carlos@choosecosmic.com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76250" y="1731245"/>
            <a:ext cx="502387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WEB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24000" y="1703889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76250" y="3128467"/>
            <a:ext cx="1630101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0">
                <a:solidFill>
                  <a:srgbClr val="ECE9E0"/>
                </a:solidFill>
                <a:latin typeface="Archivo Medium"/>
              </a:rPr>
              <a:t>We care, it shows.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6062"/>
            <a:ext cx="4389059" cy="4320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29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40">
                <a:solidFill>
                  <a:srgbClr val="ECE9E0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517517" y="594360"/>
            <a:ext cx="1359880" cy="2600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b="0" sz="1200" i="1" spc="48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Rule top"/>
          <p:cNvSpPr/>
          <p:nvPr/>
        </p:nvSpPr>
        <p:spPr>
          <a:xfrm>
            <a:off x="476250" y="937165"/>
            <a:ext cx="5715000" cy="285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le right"/>
          <p:cNvSpPr/>
          <p:nvPr/>
        </p:nvSpPr>
        <p:spPr>
          <a:xfrm>
            <a:off x="6181725" y="937165"/>
            <a:ext cx="9525" cy="381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ule bottom"/>
          <p:cNvSpPr/>
          <p:nvPr/>
        </p:nvSpPr>
        <p:spPr>
          <a:xfrm>
            <a:off x="476250" y="965740"/>
            <a:ext cx="5715000" cy="952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 left"/>
          <p:cNvSpPr/>
          <p:nvPr/>
        </p:nvSpPr>
        <p:spPr>
          <a:xfrm>
            <a:off x="476250" y="937165"/>
            <a:ext cx="9525" cy="3810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76250" y="1121645"/>
            <a:ext cx="745297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PHONE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524000" y="1094289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348-6232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76250" y="1426445"/>
            <a:ext cx="670088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EMAIL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524000" y="1399089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roberto@choosecosmic.com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76250" y="1731245"/>
            <a:ext cx="502387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89">
                <a:solidFill>
                  <a:srgbClr val="ECE9E0"/>
                </a:solidFill>
                <a:latin typeface="Archivo ExtraBold"/>
              </a:rPr>
              <a:t>WEB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524000" y="1703889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76250" y="3128467"/>
            <a:ext cx="1630101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0">
                <a:solidFill>
                  <a:srgbClr val="ECE9E0"/>
                </a:solidFill>
                <a:latin typeface="Archivo Medium"/>
              </a:rPr>
              <a:t>We care, it shows.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Mark" descr="logo-451dbcf2380892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74" y="933450"/>
            <a:ext cx="3143151" cy="21398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76158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CARLOS R. ESTRADA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66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233574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348-6433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509799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carlos@choosecosmic.com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278602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3165805"/>
            <a:ext cx="2490795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67">
                <a:solidFill>
                  <a:srgbClr val="ECE9E0"/>
                </a:solidFill>
                <a:latin typeface="Archivo Medium"/>
              </a:rPr>
              <a:t>OWNER-LED / AUSTIN-BUILT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86826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66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233574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348-6232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509799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roberto@choosecosmic.com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278602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3165805"/>
            <a:ext cx="2490795" cy="2438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1"/>
              </a:lnSpc>
              <a:spcBef>
                <a:spcPts val="0"/>
              </a:spcBef>
              <a:spcAft>
                <a:spcPts val="0"/>
              </a:spcAft>
            </a:pPr>
            <a:r>
              <a:rPr b="0" sz="1125" i="0" spc="67">
                <a:solidFill>
                  <a:srgbClr val="ECE9E0"/>
                </a:solidFill>
                <a:latin typeface="Archivo Medium"/>
              </a:rPr>
              <a:t>OWNER-LED / AUSTIN-BUILT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d44774ecfe0ac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6" y="476250"/>
            <a:ext cx="1809278" cy="430435"/>
          </a:xfrm>
          <a:prstGeom prst="rect">
            <a:avLst/>
          </a:prstGeom>
        </p:spPr>
      </p:pic>
      <p:pic>
        <p:nvPicPr>
          <p:cNvPr id="4" name="Graphic" descr="logo-42f4eb37df2f6e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184" y="476250"/>
            <a:ext cx="800032" cy="681895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76250" y="2552414"/>
            <a:ext cx="5617053" cy="9555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3135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476250" y="476250"/>
            <a:ext cx="3918394" cy="704850"/>
          </a:xfrm>
          <a:prstGeom prst="roundRect">
            <a:avLst>
              <a:gd name="adj" fmla="val 1621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576262" y="576262"/>
            <a:ext cx="3718370" cy="504825"/>
          </a:xfrm>
          <a:prstGeom prst="roundRect">
            <a:avLst>
              <a:gd name="adj" fmla="val 94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adline"/>
          <p:cNvSpPr txBox="1"/>
          <p:nvPr/>
        </p:nvSpPr>
        <p:spPr>
          <a:xfrm>
            <a:off x="762000" y="689610"/>
            <a:ext cx="3824722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ECE9E0"/>
                </a:solidFill>
                <a:latin typeface="Archivo Black"/>
              </a:rPr>
              <a:t>CARLOS R. ESTRADA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131871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2557424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(512) 348-6433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2833649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carlos@choosecosmic.com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10" name="Graphic" descr="logo-3079d034b4654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44" y="2476214"/>
            <a:ext cx="1619163" cy="8575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476250" y="476250"/>
            <a:ext cx="3994594" cy="704850"/>
          </a:xfrm>
          <a:prstGeom prst="roundRect">
            <a:avLst>
              <a:gd name="adj" fmla="val 1621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Box frame"/>
          <p:cNvSpPr/>
          <p:nvPr/>
        </p:nvSpPr>
        <p:spPr>
          <a:xfrm>
            <a:off x="576262" y="576262"/>
            <a:ext cx="3794570" cy="504825"/>
          </a:xfrm>
          <a:prstGeom prst="roundRect">
            <a:avLst>
              <a:gd name="adj" fmla="val 94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adline"/>
          <p:cNvSpPr txBox="1"/>
          <p:nvPr/>
        </p:nvSpPr>
        <p:spPr>
          <a:xfrm>
            <a:off x="762000" y="689610"/>
            <a:ext cx="3910066" cy="4267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ECE9E0"/>
                </a:solidFill>
                <a:latin typeface="Archivo Black"/>
              </a:rPr>
              <a:t>ROBERTO MARTÍNEZ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1318717"/>
            <a:ext cx="1520434" cy="2925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45"/>
              </a:lnSpc>
              <a:spcBef>
                <a:spcPts val="0"/>
              </a:spcBef>
              <a:spcAft>
                <a:spcPts val="0"/>
              </a:spcAft>
            </a:pPr>
            <a:r>
              <a:rPr b="0" sz="1350" i="1" spc="54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2557424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76250" y="2833649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roberto@choosecosmic.com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10" name="Graphic" descr="logo-3079d034b4654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44" y="2476214"/>
            <a:ext cx="1619163" cy="8575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Logo" descr="logo-5b9f8f8200afc0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822" y="1066800"/>
            <a:ext cx="4571857" cy="16385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76158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CARLOS R. ESTRADA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896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57424"/>
            <a:ext cx="16312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348-6433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33649"/>
            <a:ext cx="2928610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carlos@choosecosmic.com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pic>
        <p:nvPicPr>
          <p:cNvPr id="8" name="Graphic" descr="logo-81b766726f6b19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35" y="2547652"/>
            <a:ext cx="1428680" cy="7860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7205"/>
            <a:ext cx="486826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44">
                <a:solidFill>
                  <a:srgbClr val="ECE9E0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18896"/>
            <a:ext cx="1600551" cy="3088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7"/>
              </a:lnSpc>
              <a:spcBef>
                <a:spcPts val="0"/>
              </a:spcBef>
              <a:spcAft>
                <a:spcPts val="0"/>
              </a:spcAft>
            </a:pPr>
            <a:r>
              <a:rPr b="0" sz="1425" i="1" spc="57">
                <a:solidFill>
                  <a:srgbClr val="ECE9E0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57424"/>
            <a:ext cx="163106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(512) 348-6232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33649"/>
            <a:ext cx="3043931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roberto@choosecosmic.com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9874"/>
            <a:ext cx="208146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1" sz="1500" i="0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pic>
        <p:nvPicPr>
          <p:cNvPr id="8" name="Graphic" descr="logo-81b766726f6b19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35" y="2547652"/>
            <a:ext cx="1428680" cy="7860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b8da3623135b25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1" y="476250"/>
            <a:ext cx="2381009" cy="566452"/>
          </a:xfrm>
          <a:prstGeom prst="rect">
            <a:avLst/>
          </a:prstGeom>
        </p:spPr>
      </p:pic>
      <p:pic>
        <p:nvPicPr>
          <p:cNvPr id="4" name="Graphic" descr="logo-3512db803c21a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718" y="2238375"/>
            <a:ext cx="3047813" cy="18206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6667500" cy="38100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adline"/>
          <p:cNvSpPr txBox="1"/>
          <p:nvPr/>
        </p:nvSpPr>
        <p:spPr>
          <a:xfrm>
            <a:off x="476250" y="498348"/>
            <a:ext cx="5347579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171726"/>
                </a:solidFill>
                <a:latin typeface="Archivo Black"/>
              </a:rPr>
              <a:t>ROBERTO MARTÍNEZ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476250" y="953319"/>
            <a:ext cx="168077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CO-FOUNDER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76250" y="2548128"/>
            <a:ext cx="1708724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(512) 348-6232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476250" y="2824353"/>
            <a:ext cx="3192216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roberto@choosecosmic.com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476250" y="3100578"/>
            <a:ext cx="2181636" cy="341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>
                <a:solidFill>
                  <a:srgbClr val="171726"/>
                </a:solidFill>
                <a:latin typeface="Archivo"/>
              </a:rPr>
              <a:t>choosecosmic.com</a:t>
            </a:r>
          </a:p>
        </p:txBody>
      </p:sp>
      <p:pic>
        <p:nvPicPr>
          <p:cNvPr id="8" name="Graphic" descr="logo-0e06f562547d0e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99" y="2333339"/>
            <a:ext cx="1428551" cy="1000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