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rebrand/02-a-cover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rebrand/03-a-changed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rebrand/04-a-same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rebrand/05-a-arlo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rebrand/06-a-promise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rebrand/07-a-cta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rebrand/08-b-cover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rebrand/09-b-colours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rebrand/10-b-lettering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rebrand/11-b-uniform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rebrand/12-b-truck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Relationship Id="rId4" Type="http://schemas.openxmlformats.org/officeDocument/2006/relationships/image" Target="../media/image16.jpg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7.jpg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Graphic" descr="logo-2b8dc7ca46ed35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66760"/>
            <a:ext cx="2241994" cy="533380"/>
          </a:xfrm>
          <a:prstGeom prst="rect">
            <a:avLst/>
          </a:prstGeom>
        </p:spPr>
      </p:pic>
      <p:sp>
        <p:nvSpPr>
          <p:cNvPr id="4" name="Text"/>
          <p:cNvSpPr txBox="1"/>
          <p:nvPr/>
        </p:nvSpPr>
        <p:spPr>
          <a:xfrm>
            <a:off x="8810149" y="786689"/>
            <a:ext cx="962177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ECE9E0"/>
                </a:solidFill>
                <a:latin typeface="Archivo ExtraBold"/>
              </a:rPr>
              <a:t>01 / 06</a:t>
            </a:r>
          </a:p>
        </p:txBody>
      </p:sp>
      <p:sp>
        <p:nvSpPr>
          <p:cNvPr id="5" name="Headline"/>
          <p:cNvSpPr txBox="1"/>
          <p:nvPr/>
        </p:nvSpPr>
        <p:spPr>
          <a:xfrm>
            <a:off x="685800" y="2035683"/>
            <a:ext cx="8959124" cy="25511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369"/>
              </a:lnSpc>
              <a:spcBef>
                <a:spcPts val="0"/>
              </a:spcBef>
              <a:spcAft>
                <a:spcPts val="0"/>
              </a:spcAft>
            </a:pPr>
            <a:r>
              <a:rPr b="0" sz="9300" i="0" spc="-139">
                <a:solidFill>
                  <a:srgbClr val="ECE9E0"/>
                </a:solidFill>
                <a:latin typeface="Archivo Black"/>
              </a:rPr>
              <a:t>NEW LOOK.</a:t>
            </a:r>
          </a:p>
          <a:p>
            <a:pPr algn="l">
              <a:lnSpc>
                <a:spcPts val="8369"/>
              </a:lnSpc>
              <a:spcBef>
                <a:spcPts val="0"/>
              </a:spcBef>
              <a:spcAft>
                <a:spcPts val="0"/>
              </a:spcAft>
            </a:pPr>
            <a:r>
              <a:rPr b="0" sz="9300" i="0" spc="-139">
                <a:solidFill>
                  <a:srgbClr val="ECE9E0"/>
                </a:solidFill>
                <a:latin typeface="Archivo Black"/>
              </a:rPr>
              <a:t>SAME CREW.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685800" y="4411504"/>
            <a:ext cx="5003620" cy="11155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59"/>
              </a:lnSpc>
              <a:spcBef>
                <a:spcPts val="0"/>
              </a:spcBef>
              <a:spcAft>
                <a:spcPts val="0"/>
              </a:spcAft>
            </a:pPr>
            <a:r>
              <a:rPr b="0" sz="3000" i="0" spc="-15">
                <a:solidFill>
                  <a:srgbClr val="ECE9E0"/>
                </a:solidFill>
                <a:latin typeface="Archivo Medium"/>
              </a:rPr>
              <a:t>A fresh identity, from the people you already know.</a:t>
            </a:r>
          </a:p>
        </p:txBody>
      </p:sp>
      <p:sp>
        <p:nvSpPr>
          <p:cNvPr id="7" name="Box"/>
          <p:cNvSpPr/>
          <p:nvPr/>
        </p:nvSpPr>
        <p:spPr>
          <a:xfrm>
            <a:off x="685800" y="6096000"/>
            <a:ext cx="8915400" cy="6096000"/>
          </a:xfrm>
          <a:prstGeom prst="roundRect">
            <a:avLst>
              <a:gd name="adj" fmla="val 3437"/>
            </a:avLst>
          </a:prstGeom>
          <a:solidFill>
            <a:srgbClr val="17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hoto" descr="photo-a1fa86d7f13f45ad.jpg"/>
          <p:cNvPicPr>
            <a:picLocks noChangeAspect="1"/>
          </p:cNvPicPr>
          <p:nvPr/>
        </p:nvPicPr>
        <p:blipFill>
          <a:blip r:embed="rId3"/>
          <a:srcRect l="8846" r="8845"/>
          <a:stretch>
            <a:fillRect/>
          </a:stretch>
        </p:blipFill>
        <p:spPr>
          <a:xfrm>
            <a:off x="685800" y="6096000"/>
            <a:ext cx="8915400" cy="6096000"/>
          </a:xfrm>
          <a:prstGeom prst="roundRect">
            <a:avLst>
              <a:gd name="adj" fmla="val 3437"/>
            </a:avLst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247650" y="247650"/>
            <a:ext cx="9791700" cy="12363450"/>
          </a:xfrm>
          <a:prstGeom prst="roundRect">
            <a:avLst>
              <a:gd name="adj" fmla="val 2918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Graphic" descr="logo-5b6b7646104153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857260"/>
            <a:ext cx="2241994" cy="533380"/>
          </a:xfrm>
          <a:prstGeom prst="rect">
            <a:avLst/>
          </a:prstGeom>
        </p:spPr>
      </p:pic>
      <p:sp>
        <p:nvSpPr>
          <p:cNvPr id="5" name="Text"/>
          <p:cNvSpPr txBox="1"/>
          <p:nvPr/>
        </p:nvSpPr>
        <p:spPr>
          <a:xfrm>
            <a:off x="8581549" y="977189"/>
            <a:ext cx="962177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02 / 06</a:t>
            </a:r>
          </a:p>
        </p:txBody>
      </p:sp>
      <p:sp>
        <p:nvSpPr>
          <p:cNvPr id="6" name="Headline"/>
          <p:cNvSpPr txBox="1"/>
          <p:nvPr/>
        </p:nvSpPr>
        <p:spPr>
          <a:xfrm>
            <a:off x="914400" y="2137410"/>
            <a:ext cx="8047863" cy="2674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775"/>
              </a:lnSpc>
              <a:spcBef>
                <a:spcPts val="0"/>
              </a:spcBef>
              <a:spcAft>
                <a:spcPts val="0"/>
              </a:spcAft>
            </a:pPr>
            <a:r>
              <a:rPr b="0" sz="9750" i="0" spc="-146">
                <a:solidFill>
                  <a:srgbClr val="171726"/>
                </a:solidFill>
                <a:latin typeface="Archivo Black"/>
              </a:rPr>
              <a:t>WHAT</a:t>
            </a:r>
          </a:p>
          <a:p>
            <a:pPr algn="l">
              <a:lnSpc>
                <a:spcPts val="8775"/>
              </a:lnSpc>
              <a:spcBef>
                <a:spcPts val="0"/>
              </a:spcBef>
              <a:spcAft>
                <a:spcPts val="0"/>
              </a:spcAft>
            </a:pPr>
            <a:r>
              <a:rPr b="0" sz="9750" i="0" spc="-146">
                <a:solidFill>
                  <a:srgbClr val="171726"/>
                </a:solidFill>
                <a:latin typeface="Archivo Black"/>
              </a:rPr>
              <a:t>CHANGED.</a:t>
            </a:r>
          </a:p>
        </p:txBody>
      </p:sp>
      <p:sp>
        <p:nvSpPr>
          <p:cNvPr id="7" name="Box"/>
          <p:cNvSpPr/>
          <p:nvPr/>
        </p:nvSpPr>
        <p:spPr>
          <a:xfrm>
            <a:off x="914400" y="4953000"/>
            <a:ext cx="8458200" cy="1621060"/>
          </a:xfrm>
          <a:prstGeom prst="roundRect">
            <a:avLst>
              <a:gd name="adj" fmla="val 10576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Box frame"/>
          <p:cNvSpPr/>
          <p:nvPr/>
        </p:nvSpPr>
        <p:spPr>
          <a:xfrm>
            <a:off x="933450" y="4972050"/>
            <a:ext cx="8420100" cy="1582960"/>
          </a:xfrm>
          <a:prstGeom prst="roundRect">
            <a:avLst>
              <a:gd name="adj" fmla="val 10830"/>
            </a:avLst>
          </a:prstGeom>
          <a:noFill/>
          <a:ln w="38100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"/>
          <p:cNvSpPr txBox="1"/>
          <p:nvPr/>
        </p:nvSpPr>
        <p:spPr>
          <a:xfrm>
            <a:off x="1333500" y="5632323"/>
            <a:ext cx="549219" cy="4080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</a:pPr>
            <a:r>
              <a:rPr b="0" sz="2550" i="0" spc="-38">
                <a:solidFill>
                  <a:srgbClr val="362CFF"/>
                </a:solidFill>
                <a:latin typeface="Archivo Black"/>
              </a:rPr>
              <a:t>01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2171700" y="5375148"/>
            <a:ext cx="2645161" cy="5280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</a:pPr>
            <a:r>
              <a:rPr b="0" sz="3300" i="0" spc="-49">
                <a:solidFill>
                  <a:srgbClr val="362CFF"/>
                </a:solidFill>
                <a:latin typeface="Archivo Black"/>
              </a:rPr>
              <a:t>THE LOOK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2171700" y="5813203"/>
            <a:ext cx="3951351" cy="48806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45"/>
              </a:lnSpc>
              <a:spcBef>
                <a:spcPts val="0"/>
              </a:spcBef>
              <a:spcAft>
                <a:spcPts val="0"/>
              </a:spcAft>
            </a:pPr>
            <a:r>
              <a:rPr b="0" sz="2250" i="0" spc="-11">
                <a:solidFill>
                  <a:srgbClr val="362CFF"/>
                </a:solidFill>
                <a:latin typeface="Archivo Medium"/>
              </a:rPr>
              <a:t>Logo, colours and lettering.</a:t>
            </a:r>
          </a:p>
        </p:txBody>
      </p:sp>
      <p:sp>
        <p:nvSpPr>
          <p:cNvPr id="12" name="Box"/>
          <p:cNvSpPr/>
          <p:nvPr/>
        </p:nvSpPr>
        <p:spPr>
          <a:xfrm>
            <a:off x="914400" y="6859810"/>
            <a:ext cx="8458200" cy="1621060"/>
          </a:xfrm>
          <a:prstGeom prst="roundRect">
            <a:avLst>
              <a:gd name="adj" fmla="val 10576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Box frame"/>
          <p:cNvSpPr/>
          <p:nvPr/>
        </p:nvSpPr>
        <p:spPr>
          <a:xfrm>
            <a:off x="933450" y="6878860"/>
            <a:ext cx="8420100" cy="1582960"/>
          </a:xfrm>
          <a:prstGeom prst="roundRect">
            <a:avLst>
              <a:gd name="adj" fmla="val 10830"/>
            </a:avLst>
          </a:prstGeom>
          <a:noFill/>
          <a:ln w="38100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1333500" y="7539038"/>
            <a:ext cx="549219" cy="4080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</a:pPr>
            <a:r>
              <a:rPr b="0" sz="2550" i="0" spc="-38">
                <a:solidFill>
                  <a:srgbClr val="362CFF"/>
                </a:solidFill>
                <a:latin typeface="Archivo Black"/>
              </a:rPr>
              <a:t>02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2171700" y="7281958"/>
            <a:ext cx="3632805" cy="5280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</a:pPr>
            <a:r>
              <a:rPr b="0" sz="3300" i="0" spc="-49">
                <a:solidFill>
                  <a:srgbClr val="362CFF"/>
                </a:solidFill>
                <a:latin typeface="Archivo Black"/>
              </a:rPr>
              <a:t>THE UNIFORM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2171700" y="7720012"/>
            <a:ext cx="4087688" cy="48806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45"/>
              </a:lnSpc>
              <a:spcBef>
                <a:spcPts val="0"/>
              </a:spcBef>
              <a:spcAft>
                <a:spcPts val="0"/>
              </a:spcAft>
            </a:pPr>
            <a:r>
              <a:rPr b="0" sz="2250" i="0" spc="-11">
                <a:solidFill>
                  <a:srgbClr val="362CFF"/>
                </a:solidFill>
                <a:latin typeface="Archivo Medium"/>
              </a:rPr>
              <a:t>Jackets, caps and coveralls.</a:t>
            </a:r>
          </a:p>
        </p:txBody>
      </p:sp>
      <p:sp>
        <p:nvSpPr>
          <p:cNvPr id="17" name="Box"/>
          <p:cNvSpPr/>
          <p:nvPr/>
        </p:nvSpPr>
        <p:spPr>
          <a:xfrm>
            <a:off x="914400" y="8766620"/>
            <a:ext cx="8458200" cy="1621060"/>
          </a:xfrm>
          <a:prstGeom prst="roundRect">
            <a:avLst>
              <a:gd name="adj" fmla="val 10576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Box frame"/>
          <p:cNvSpPr/>
          <p:nvPr/>
        </p:nvSpPr>
        <p:spPr>
          <a:xfrm>
            <a:off x="933450" y="8785670"/>
            <a:ext cx="8420100" cy="1582960"/>
          </a:xfrm>
          <a:prstGeom prst="roundRect">
            <a:avLst>
              <a:gd name="adj" fmla="val 10830"/>
            </a:avLst>
          </a:prstGeom>
          <a:noFill/>
          <a:ln w="38100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"/>
          <p:cNvSpPr txBox="1"/>
          <p:nvPr/>
        </p:nvSpPr>
        <p:spPr>
          <a:xfrm>
            <a:off x="1333500" y="9445847"/>
            <a:ext cx="549219" cy="4080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</a:pPr>
            <a:r>
              <a:rPr b="0" sz="2550" i="0" spc="-38">
                <a:solidFill>
                  <a:srgbClr val="362CFF"/>
                </a:solidFill>
                <a:latin typeface="Archivo Black"/>
              </a:rPr>
              <a:t>03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2171700" y="9188768"/>
            <a:ext cx="1468587" cy="5280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</a:pPr>
            <a:r>
              <a:rPr b="0" sz="3300" i="0" spc="-49">
                <a:solidFill>
                  <a:srgbClr val="362CFF"/>
                </a:solidFill>
                <a:latin typeface="Archivo Black"/>
              </a:rPr>
              <a:t>ARLO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2171700" y="9626822"/>
            <a:ext cx="4631223" cy="48806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45"/>
              </a:lnSpc>
              <a:spcBef>
                <a:spcPts val="0"/>
              </a:spcBef>
              <a:spcAft>
                <a:spcPts val="0"/>
              </a:spcAft>
            </a:pPr>
            <a:r>
              <a:rPr b="0" sz="2250" i="0" spc="-11">
                <a:solidFill>
                  <a:srgbClr val="362CFF"/>
                </a:solidFill>
                <a:latin typeface="Archivo Medium"/>
              </a:rPr>
              <a:t>The newest member of the crew.</a:t>
            </a:r>
          </a:p>
        </p:txBody>
      </p:sp>
      <p:sp>
        <p:nvSpPr>
          <p:cNvPr id="22" name="Box"/>
          <p:cNvSpPr/>
          <p:nvPr/>
        </p:nvSpPr>
        <p:spPr>
          <a:xfrm>
            <a:off x="914400" y="10673334"/>
            <a:ext cx="8458200" cy="1621060"/>
          </a:xfrm>
          <a:prstGeom prst="roundRect">
            <a:avLst>
              <a:gd name="adj" fmla="val 10576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Box frame"/>
          <p:cNvSpPr/>
          <p:nvPr/>
        </p:nvSpPr>
        <p:spPr>
          <a:xfrm>
            <a:off x="933450" y="10692384"/>
            <a:ext cx="8420100" cy="1582960"/>
          </a:xfrm>
          <a:prstGeom prst="roundRect">
            <a:avLst>
              <a:gd name="adj" fmla="val 10830"/>
            </a:avLst>
          </a:prstGeom>
          <a:noFill/>
          <a:ln w="38100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"/>
          <p:cNvSpPr txBox="1"/>
          <p:nvPr/>
        </p:nvSpPr>
        <p:spPr>
          <a:xfrm>
            <a:off x="1333500" y="11352657"/>
            <a:ext cx="549219" cy="4080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</a:pPr>
            <a:r>
              <a:rPr b="0" sz="2550" i="0" spc="-38">
                <a:solidFill>
                  <a:srgbClr val="362CFF"/>
                </a:solidFill>
                <a:latin typeface="Archivo Black"/>
              </a:rPr>
              <a:t>04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2171700" y="11095482"/>
            <a:ext cx="3515457" cy="5280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</a:pPr>
            <a:r>
              <a:rPr b="0" sz="3300" i="0" spc="-49">
                <a:solidFill>
                  <a:srgbClr val="362CFF"/>
                </a:solidFill>
                <a:latin typeface="Archivo Black"/>
              </a:rPr>
              <a:t>THE WEBSITE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2171700" y="11533632"/>
            <a:ext cx="2892872" cy="48806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45"/>
              </a:lnSpc>
              <a:spcBef>
                <a:spcPts val="0"/>
              </a:spcBef>
              <a:spcAft>
                <a:spcPts val="0"/>
              </a:spcAft>
            </a:pPr>
            <a:r>
              <a:rPr b="0" sz="2250" i="0" spc="-11">
                <a:solidFill>
                  <a:srgbClr val="362CFF"/>
                </a:solidFill>
                <a:latin typeface="Archivo Medium"/>
              </a:rPr>
              <a:t>choosecosmic.com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685800" y="643814"/>
            <a:ext cx="3489000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ECE9E0"/>
                </a:solidFill>
                <a:latin typeface="Archivo ExtraBold"/>
              </a:rPr>
              <a:t>NEW LOOK, SAME CREW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8810149" y="643814"/>
            <a:ext cx="962177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ECE9E0"/>
                </a:solidFill>
                <a:latin typeface="Archivo ExtraBold"/>
              </a:rPr>
              <a:t>03 / 06</a:t>
            </a:r>
          </a:p>
        </p:txBody>
      </p:sp>
      <p:sp>
        <p:nvSpPr>
          <p:cNvPr id="5" name="Headline"/>
          <p:cNvSpPr txBox="1"/>
          <p:nvPr/>
        </p:nvSpPr>
        <p:spPr>
          <a:xfrm>
            <a:off x="685800" y="1661160"/>
            <a:ext cx="5534909" cy="26746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775"/>
              </a:lnSpc>
              <a:spcBef>
                <a:spcPts val="0"/>
              </a:spcBef>
              <a:spcAft>
                <a:spcPts val="0"/>
              </a:spcAft>
            </a:pPr>
            <a:r>
              <a:rPr b="0" sz="9750" i="0" spc="-146">
                <a:solidFill>
                  <a:srgbClr val="ECE9E0"/>
                </a:solidFill>
                <a:latin typeface="Archivo Black"/>
              </a:rPr>
              <a:t>WHAT</a:t>
            </a:r>
          </a:p>
          <a:p>
            <a:pPr algn="l">
              <a:lnSpc>
                <a:spcPts val="8775"/>
              </a:lnSpc>
              <a:spcBef>
                <a:spcPts val="0"/>
              </a:spcBef>
              <a:spcAft>
                <a:spcPts val="0"/>
              </a:spcAft>
            </a:pPr>
            <a:r>
              <a:rPr b="0" sz="9750" i="0" spc="-146">
                <a:solidFill>
                  <a:srgbClr val="ECE9E0"/>
                </a:solidFill>
                <a:latin typeface="Archivo Black"/>
              </a:rPr>
              <a:t>DIDN'T.</a:t>
            </a:r>
          </a:p>
        </p:txBody>
      </p:sp>
      <p:sp>
        <p:nvSpPr>
          <p:cNvPr id="6" name="Rule top"/>
          <p:cNvSpPr/>
          <p:nvPr/>
        </p:nvSpPr>
        <p:spPr>
          <a:xfrm>
            <a:off x="685800" y="4343400"/>
            <a:ext cx="8915400" cy="38100"/>
          </a:xfrm>
          <a:prstGeom prst="rect">
            <a:avLst/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Graphic" descr="logo-f39ad4bbdb4b5b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020926"/>
            <a:ext cx="553212" cy="609574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1524762" y="4802124"/>
            <a:ext cx="4389059" cy="86410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859"/>
              </a:lnSpc>
              <a:spcBef>
                <a:spcPts val="0"/>
              </a:spcBef>
              <a:spcAft>
                <a:spcPts val="0"/>
              </a:spcAft>
            </a:pPr>
            <a:r>
              <a:rPr b="0" sz="5400" i="0" spc="-81">
                <a:solidFill>
                  <a:srgbClr val="ECE9E0"/>
                </a:solidFill>
                <a:latin typeface="Archivo Black"/>
              </a:rPr>
              <a:t>THE CREW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1524762" y="5482742"/>
            <a:ext cx="3127035" cy="55313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11"/>
              </a:lnSpc>
              <a:spcBef>
                <a:spcPts val="0"/>
              </a:spcBef>
              <a:spcAft>
                <a:spcPts val="0"/>
              </a:spcAft>
            </a:pPr>
            <a:r>
              <a:rPr b="0" sz="2550" i="0" spc="-12">
                <a:solidFill>
                  <a:srgbClr val="ECE9E0"/>
                </a:solidFill>
                <a:latin typeface="Archivo Medium"/>
              </a:rPr>
              <a:t>The people on site.</a:t>
            </a:r>
          </a:p>
        </p:txBody>
      </p:sp>
      <p:sp>
        <p:nvSpPr>
          <p:cNvPr id="10" name="Rule top"/>
          <p:cNvSpPr/>
          <p:nvPr/>
        </p:nvSpPr>
        <p:spPr>
          <a:xfrm>
            <a:off x="685800" y="6270022"/>
            <a:ext cx="8915400" cy="38100"/>
          </a:xfrm>
          <a:prstGeom prst="rect">
            <a:avLst/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Graphic" descr="logo-f39ad4bbdb4b5b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947453"/>
            <a:ext cx="553212" cy="609574"/>
          </a:xfrm>
          <a:prstGeom prst="rect">
            <a:avLst/>
          </a:prstGeom>
        </p:spPr>
      </p:pic>
      <p:sp>
        <p:nvSpPr>
          <p:cNvPr id="12" name="Text"/>
          <p:cNvSpPr txBox="1"/>
          <p:nvPr/>
        </p:nvSpPr>
        <p:spPr>
          <a:xfrm>
            <a:off x="1524762" y="6728746"/>
            <a:ext cx="6485321" cy="86410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859"/>
              </a:lnSpc>
              <a:spcBef>
                <a:spcPts val="0"/>
              </a:spcBef>
              <a:spcAft>
                <a:spcPts val="0"/>
              </a:spcAft>
            </a:pPr>
            <a:r>
              <a:rPr b="0" sz="5400" i="0" spc="-81">
                <a:solidFill>
                  <a:srgbClr val="ECE9E0"/>
                </a:solidFill>
                <a:latin typeface="Archivo Black"/>
              </a:rPr>
              <a:t>THE STANDARD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1524762" y="7409269"/>
            <a:ext cx="2285649" cy="55313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11"/>
              </a:lnSpc>
              <a:spcBef>
                <a:spcPts val="0"/>
              </a:spcBef>
              <a:spcAft>
                <a:spcPts val="0"/>
              </a:spcAft>
            </a:pPr>
            <a:r>
              <a:rPr b="0" sz="2550" i="0" spc="-12">
                <a:solidFill>
                  <a:srgbClr val="ECE9E0"/>
                </a:solidFill>
                <a:latin typeface="Archivo Medium"/>
              </a:rPr>
              <a:t>Do it properly.</a:t>
            </a:r>
          </a:p>
        </p:txBody>
      </p:sp>
      <p:sp>
        <p:nvSpPr>
          <p:cNvPr id="14" name="Rule top"/>
          <p:cNvSpPr/>
          <p:nvPr/>
        </p:nvSpPr>
        <p:spPr>
          <a:xfrm>
            <a:off x="685800" y="8196548"/>
            <a:ext cx="8915400" cy="38100"/>
          </a:xfrm>
          <a:prstGeom prst="rect">
            <a:avLst/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Graphic" descr="logo-f39ad4bbdb4b5b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8874075"/>
            <a:ext cx="553212" cy="609574"/>
          </a:xfrm>
          <a:prstGeom prst="rect">
            <a:avLst/>
          </a:prstGeom>
        </p:spPr>
      </p:pic>
      <p:sp>
        <p:nvSpPr>
          <p:cNvPr id="16" name="Text"/>
          <p:cNvSpPr txBox="1"/>
          <p:nvPr/>
        </p:nvSpPr>
        <p:spPr>
          <a:xfrm>
            <a:off x="1524762" y="8655272"/>
            <a:ext cx="6247105" cy="86410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859"/>
              </a:lnSpc>
              <a:spcBef>
                <a:spcPts val="0"/>
              </a:spcBef>
              <a:spcAft>
                <a:spcPts val="0"/>
              </a:spcAft>
            </a:pPr>
            <a:r>
              <a:rPr b="0" sz="5400" i="0" spc="-81">
                <a:solidFill>
                  <a:srgbClr val="ECE9E0"/>
                </a:solidFill>
                <a:latin typeface="Archivo Black"/>
              </a:rPr>
              <a:t>NO SURPRISES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1524762" y="9335891"/>
            <a:ext cx="4592391" cy="55313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11"/>
              </a:lnSpc>
              <a:spcBef>
                <a:spcPts val="0"/>
              </a:spcBef>
              <a:spcAft>
                <a:spcPts val="0"/>
              </a:spcAft>
            </a:pPr>
            <a:r>
              <a:rPr b="0" sz="2550" i="0" spc="-12">
                <a:solidFill>
                  <a:srgbClr val="ECE9E0"/>
                </a:solidFill>
                <a:latin typeface="Archivo Medium"/>
              </a:rPr>
              <a:t>Clear from the first estimate.</a:t>
            </a:r>
          </a:p>
        </p:txBody>
      </p:sp>
      <p:sp>
        <p:nvSpPr>
          <p:cNvPr id="18" name="Rule top"/>
          <p:cNvSpPr/>
          <p:nvPr/>
        </p:nvSpPr>
        <p:spPr>
          <a:xfrm>
            <a:off x="685800" y="10123170"/>
            <a:ext cx="8915400" cy="38100"/>
          </a:xfrm>
          <a:prstGeom prst="rect">
            <a:avLst/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Graphic" descr="logo-e9067168c0b794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3353" y="10477523"/>
            <a:ext cx="2606897" cy="180970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247650" y="247650"/>
            <a:ext cx="9791700" cy="12363450"/>
          </a:xfrm>
          <a:prstGeom prst="roundRect">
            <a:avLst>
              <a:gd name="adj" fmla="val 2918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914400" y="834314"/>
            <a:ext cx="3270626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THE NEWEST MEMBER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8581263" y="834314"/>
            <a:ext cx="962497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04 / 06</a:t>
            </a:r>
          </a:p>
        </p:txBody>
      </p:sp>
      <p:sp>
        <p:nvSpPr>
          <p:cNvPr id="6" name="Headline"/>
          <p:cNvSpPr txBox="1"/>
          <p:nvPr/>
        </p:nvSpPr>
        <p:spPr>
          <a:xfrm>
            <a:off x="914400" y="1792605"/>
            <a:ext cx="6692174" cy="39090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825"/>
              </a:lnSpc>
              <a:spcBef>
                <a:spcPts val="0"/>
              </a:spcBef>
              <a:spcAft>
                <a:spcPts val="0"/>
              </a:spcAft>
            </a:pPr>
            <a:r>
              <a:rPr b="0" sz="14250" i="0" spc="-213">
                <a:solidFill>
                  <a:srgbClr val="171726"/>
                </a:solidFill>
                <a:latin typeface="Archivo Black"/>
              </a:rPr>
              <a:t>MEET</a:t>
            </a:r>
          </a:p>
          <a:p>
            <a:pPr algn="l">
              <a:lnSpc>
                <a:spcPts val="12825"/>
              </a:lnSpc>
              <a:spcBef>
                <a:spcPts val="0"/>
              </a:spcBef>
              <a:spcAft>
                <a:spcPts val="0"/>
              </a:spcAft>
            </a:pPr>
            <a:r>
              <a:rPr b="0" sz="14250" i="0" spc="-213">
                <a:solidFill>
                  <a:srgbClr val="171726"/>
                </a:solidFill>
                <a:latin typeface="Archivo Black"/>
              </a:rPr>
              <a:t>ARLO.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914400" y="5257419"/>
            <a:ext cx="3639068" cy="11155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59"/>
              </a:lnSpc>
              <a:spcBef>
                <a:spcPts val="0"/>
              </a:spcBef>
              <a:spcAft>
                <a:spcPts val="0"/>
              </a:spcAft>
            </a:pPr>
            <a:r>
              <a:rPr b="0" sz="3000" i="0" spc="-15">
                <a:solidFill>
                  <a:srgbClr val="362CFF"/>
                </a:solidFill>
                <a:latin typeface="Archivo Medium"/>
              </a:rPr>
              <a:t>Tough shell. Soft spot for good work.</a:t>
            </a:r>
          </a:p>
        </p:txBody>
      </p:sp>
      <p:pic>
        <p:nvPicPr>
          <p:cNvPr id="8" name="Graphic" descr="logo-7d6b632498d205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154" y="7277112"/>
            <a:ext cx="9001696" cy="49529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247650" y="247650"/>
            <a:ext cx="9791700" cy="12363450"/>
          </a:xfrm>
          <a:prstGeom prst="roundRect">
            <a:avLst>
              <a:gd name="adj" fmla="val 2918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Graphic" descr="logo-5b6b7646104153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857260"/>
            <a:ext cx="2241994" cy="533380"/>
          </a:xfrm>
          <a:prstGeom prst="rect">
            <a:avLst/>
          </a:prstGeom>
        </p:spPr>
      </p:pic>
      <p:sp>
        <p:nvSpPr>
          <p:cNvPr id="5" name="Text"/>
          <p:cNvSpPr txBox="1"/>
          <p:nvPr/>
        </p:nvSpPr>
        <p:spPr>
          <a:xfrm>
            <a:off x="8581549" y="977189"/>
            <a:ext cx="962177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05 / 06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914400" y="2034464"/>
            <a:ext cx="2090425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OUR PROMISE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914400" y="2849042"/>
            <a:ext cx="7963692" cy="27971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77"/>
              </a:lnSpc>
              <a:spcBef>
                <a:spcPts val="0"/>
              </a:spcBef>
              <a:spcAft>
                <a:spcPts val="0"/>
              </a:spcAft>
            </a:pPr>
            <a:r>
              <a:rPr b="0" sz="9975" i="0" spc="-149">
                <a:solidFill>
                  <a:srgbClr val="171726"/>
                </a:solidFill>
                <a:latin typeface="Archivo Black"/>
              </a:rPr>
              <a:t>WE CARE,</a:t>
            </a:r>
          </a:p>
          <a:p>
            <a:pPr algn="l">
              <a:lnSpc>
                <a:spcPts val="9177"/>
              </a:lnSpc>
              <a:spcBef>
                <a:spcPts val="0"/>
              </a:spcBef>
              <a:spcAft>
                <a:spcPts val="0"/>
              </a:spcAft>
            </a:pPr>
            <a:r>
              <a:rPr b="0" sz="9975" i="0" spc="-149">
                <a:solidFill>
                  <a:srgbClr val="362CFF"/>
                </a:solidFill>
                <a:latin typeface="Archivo Black"/>
              </a:rPr>
              <a:t>IT SHOWS.</a:t>
            </a:r>
          </a:p>
        </p:txBody>
      </p:sp>
      <p:sp>
        <p:nvSpPr>
          <p:cNvPr id="8" name="Rule top"/>
          <p:cNvSpPr/>
          <p:nvPr/>
        </p:nvSpPr>
        <p:spPr>
          <a:xfrm>
            <a:off x="914400" y="8994267"/>
            <a:ext cx="4038600" cy="3810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"/>
          <p:cNvSpPr txBox="1"/>
          <p:nvPr/>
        </p:nvSpPr>
        <p:spPr>
          <a:xfrm>
            <a:off x="914400" y="9305544"/>
            <a:ext cx="2911008" cy="67208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79"/>
              </a:lnSpc>
              <a:spcBef>
                <a:spcPts val="0"/>
              </a:spcBef>
              <a:spcAft>
                <a:spcPts val="0"/>
              </a:spcAft>
            </a:pPr>
            <a:r>
              <a:rPr b="0" sz="4200" i="0" spc="-63">
                <a:solidFill>
                  <a:srgbClr val="362CFF"/>
                </a:solidFill>
                <a:latin typeface="Archivo Black"/>
              </a:rPr>
              <a:t>CLARITY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914400" y="9843954"/>
            <a:ext cx="2235190" cy="55313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11"/>
              </a:lnSpc>
              <a:spcBef>
                <a:spcPts val="0"/>
              </a:spcBef>
              <a:spcAft>
                <a:spcPts val="0"/>
              </a:spcAft>
            </a:pPr>
            <a:r>
              <a:rPr b="0" sz="2550" i="0" spc="-12">
                <a:solidFill>
                  <a:srgbClr val="171726"/>
                </a:solidFill>
                <a:latin typeface="Archivo Medium"/>
              </a:rPr>
              <a:t>No surprises.</a:t>
            </a:r>
          </a:p>
        </p:txBody>
      </p:sp>
      <p:sp>
        <p:nvSpPr>
          <p:cNvPr id="11" name="Rule top"/>
          <p:cNvSpPr/>
          <p:nvPr/>
        </p:nvSpPr>
        <p:spPr>
          <a:xfrm>
            <a:off x="5334000" y="8994267"/>
            <a:ext cx="4038600" cy="3810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"/>
          <p:cNvSpPr txBox="1"/>
          <p:nvPr/>
        </p:nvSpPr>
        <p:spPr>
          <a:xfrm>
            <a:off x="5334000" y="9305544"/>
            <a:ext cx="2255672" cy="67208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79"/>
              </a:lnSpc>
              <a:spcBef>
                <a:spcPts val="0"/>
              </a:spcBef>
              <a:spcAft>
                <a:spcPts val="0"/>
              </a:spcAft>
            </a:pPr>
            <a:r>
              <a:rPr b="0" sz="4200" i="0" spc="-63">
                <a:solidFill>
                  <a:srgbClr val="362CFF"/>
                </a:solidFill>
                <a:latin typeface="Archivo Black"/>
              </a:rPr>
              <a:t>CRAFT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5334000" y="9843954"/>
            <a:ext cx="2285649" cy="55313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11"/>
              </a:lnSpc>
              <a:spcBef>
                <a:spcPts val="0"/>
              </a:spcBef>
              <a:spcAft>
                <a:spcPts val="0"/>
              </a:spcAft>
            </a:pPr>
            <a:r>
              <a:rPr b="0" sz="2550" i="0" spc="-12">
                <a:solidFill>
                  <a:srgbClr val="171726"/>
                </a:solidFill>
                <a:latin typeface="Archivo Medium"/>
              </a:rPr>
              <a:t>Do it properly.</a:t>
            </a:r>
          </a:p>
        </p:txBody>
      </p:sp>
      <p:sp>
        <p:nvSpPr>
          <p:cNvPr id="14" name="Rule top"/>
          <p:cNvSpPr/>
          <p:nvPr/>
        </p:nvSpPr>
        <p:spPr>
          <a:xfrm>
            <a:off x="914400" y="10497884"/>
            <a:ext cx="4038600" cy="3810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"/>
          <p:cNvSpPr txBox="1"/>
          <p:nvPr/>
        </p:nvSpPr>
        <p:spPr>
          <a:xfrm>
            <a:off x="914400" y="10809161"/>
            <a:ext cx="1854129" cy="67208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79"/>
              </a:lnSpc>
              <a:spcBef>
                <a:spcPts val="0"/>
              </a:spcBef>
              <a:spcAft>
                <a:spcPts val="0"/>
              </a:spcAft>
            </a:pPr>
            <a:r>
              <a:rPr b="0" sz="4200" i="0" spc="-63">
                <a:solidFill>
                  <a:srgbClr val="362CFF"/>
                </a:solidFill>
                <a:latin typeface="Archivo Black"/>
              </a:rPr>
              <a:t>CARE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914400" y="11347571"/>
            <a:ext cx="2404811" cy="55313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11"/>
              </a:lnSpc>
              <a:spcBef>
                <a:spcPts val="0"/>
              </a:spcBef>
              <a:spcAft>
                <a:spcPts val="0"/>
              </a:spcAft>
            </a:pPr>
            <a:r>
              <a:rPr b="0" sz="2550" i="0" spc="-12">
                <a:solidFill>
                  <a:srgbClr val="171726"/>
                </a:solidFill>
                <a:latin typeface="Archivo Medium"/>
              </a:rPr>
              <a:t>Leave it better.</a:t>
            </a:r>
          </a:p>
        </p:txBody>
      </p:sp>
      <p:sp>
        <p:nvSpPr>
          <p:cNvPr id="17" name="Rule top"/>
          <p:cNvSpPr/>
          <p:nvPr/>
        </p:nvSpPr>
        <p:spPr>
          <a:xfrm>
            <a:off x="5334000" y="10497884"/>
            <a:ext cx="4038600" cy="3810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"/>
          <p:cNvSpPr txBox="1"/>
          <p:nvPr/>
        </p:nvSpPr>
        <p:spPr>
          <a:xfrm>
            <a:off x="5334000" y="10809161"/>
            <a:ext cx="2798034" cy="67208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79"/>
              </a:lnSpc>
              <a:spcBef>
                <a:spcPts val="0"/>
              </a:spcBef>
              <a:spcAft>
                <a:spcPts val="0"/>
              </a:spcAft>
            </a:pPr>
            <a:r>
              <a:rPr b="0" sz="4200" i="0" spc="-63">
                <a:solidFill>
                  <a:srgbClr val="362CFF"/>
                </a:solidFill>
                <a:latin typeface="Archivo Black"/>
              </a:rPr>
              <a:t>COMMIT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5334000" y="11347571"/>
            <a:ext cx="2418999" cy="55313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11"/>
              </a:lnSpc>
              <a:spcBef>
                <a:spcPts val="0"/>
              </a:spcBef>
              <a:spcAft>
                <a:spcPts val="0"/>
              </a:spcAft>
            </a:pPr>
            <a:r>
              <a:rPr b="0" sz="2550" i="0" spc="-12">
                <a:solidFill>
                  <a:srgbClr val="171726"/>
                </a:solidFill>
                <a:latin typeface="Archivo Medium"/>
              </a:rPr>
              <a:t>See it through.</a:t>
            </a:r>
          </a:p>
        </p:txBody>
      </p:sp>
      <p:pic>
        <p:nvPicPr>
          <p:cNvPr id="20" name="Graphic" descr="logo-1d364725f07371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6286515"/>
            <a:ext cx="4369022" cy="2190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Graphic" descr="logo-2b8dc7ca46ed35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66760"/>
            <a:ext cx="2241994" cy="533380"/>
          </a:xfrm>
          <a:prstGeom prst="rect">
            <a:avLst/>
          </a:prstGeom>
        </p:spPr>
      </p:pic>
      <p:sp>
        <p:nvSpPr>
          <p:cNvPr id="4" name="Text"/>
          <p:cNvSpPr txBox="1"/>
          <p:nvPr/>
        </p:nvSpPr>
        <p:spPr>
          <a:xfrm>
            <a:off x="8810149" y="786689"/>
            <a:ext cx="962177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ECE9E0"/>
                </a:solidFill>
                <a:latin typeface="Archivo ExtraBold"/>
              </a:rPr>
              <a:t>06 / 06</a:t>
            </a:r>
          </a:p>
        </p:txBody>
      </p:sp>
      <p:sp>
        <p:nvSpPr>
          <p:cNvPr id="5" name="Headline"/>
          <p:cNvSpPr txBox="1"/>
          <p:nvPr/>
        </p:nvSpPr>
        <p:spPr>
          <a:xfrm>
            <a:off x="685800" y="2049780"/>
            <a:ext cx="9272016" cy="40805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450"/>
              </a:lnSpc>
              <a:spcBef>
                <a:spcPts val="0"/>
              </a:spcBef>
              <a:spcAft>
                <a:spcPts val="0"/>
              </a:spcAft>
            </a:pPr>
            <a:r>
              <a:rPr b="0" sz="10500" i="0" spc="-157">
                <a:solidFill>
                  <a:srgbClr val="ECE9E0"/>
                </a:solidFill>
                <a:latin typeface="Archivo Black"/>
              </a:rPr>
              <a:t>HAVE A PROJECT IN MIND?</a:t>
            </a:r>
          </a:p>
        </p:txBody>
      </p:sp>
      <p:sp>
        <p:nvSpPr>
          <p:cNvPr id="6" name="Box"/>
          <p:cNvSpPr/>
          <p:nvPr/>
        </p:nvSpPr>
        <p:spPr>
          <a:xfrm>
            <a:off x="685800" y="6038850"/>
            <a:ext cx="3526060" cy="704850"/>
          </a:xfrm>
          <a:prstGeom prst="roundRect">
            <a:avLst>
              <a:gd name="adj" fmla="val 50000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"/>
          <p:cNvSpPr txBox="1"/>
          <p:nvPr/>
        </p:nvSpPr>
        <p:spPr>
          <a:xfrm>
            <a:off x="905528" y="6257925"/>
            <a:ext cx="3086603" cy="4000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i="0">
                <a:solidFill>
                  <a:srgbClr val="362CFF"/>
                </a:solidFill>
                <a:latin typeface="Archivo"/>
              </a:rPr>
              <a:t>Get a clear estimate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685800" y="9934518"/>
            <a:ext cx="3654781" cy="58567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294"/>
              </a:lnSpc>
              <a:spcBef>
                <a:spcPts val="0"/>
              </a:spcBef>
              <a:spcAft>
                <a:spcPts val="0"/>
              </a:spcAft>
            </a:pPr>
            <a:r>
              <a:rPr b="1" sz="2700" i="0" spc="-13">
                <a:solidFill>
                  <a:srgbClr val="ECE9E0"/>
                </a:solidFill>
                <a:latin typeface="Archivo"/>
              </a:rPr>
              <a:t>choosecosmic.com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685800" y="10475576"/>
            <a:ext cx="5069037" cy="52059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28"/>
              </a:lnSpc>
              <a:spcBef>
                <a:spcPts val="0"/>
              </a:spcBef>
              <a:spcAft>
                <a:spcPts val="0"/>
              </a:spcAft>
            </a:pPr>
            <a:r>
              <a:rPr b="0" sz="2400" i="0" spc="-12">
                <a:solidFill>
                  <a:srgbClr val="ECE9E0"/>
                </a:solidFill>
                <a:latin typeface="Archivo Medium"/>
              </a:rPr>
              <a:t>(512) 348-6433 · (512) 348-6232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685800" y="10960722"/>
            <a:ext cx="2848920" cy="78089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61"/>
              </a:lnSpc>
              <a:spcBef>
                <a:spcPts val="0"/>
              </a:spcBef>
              <a:spcAft>
                <a:spcPts val="0"/>
              </a:spcAft>
            </a:pPr>
            <a:r>
              <a:rPr b="0" sz="2100" i="0" spc="-10">
                <a:solidFill>
                  <a:srgbClr val="ECE9E0"/>
                </a:solidFill>
                <a:latin typeface="Archivo Medium"/>
              </a:rPr>
              <a:t>2301 W Anderson Ln</a:t>
            </a:r>
          </a:p>
          <a:p>
            <a:pPr algn="l">
              <a:lnSpc>
                <a:spcPts val="2561"/>
              </a:lnSpc>
              <a:spcBef>
                <a:spcPts val="0"/>
              </a:spcBef>
              <a:spcAft>
                <a:spcPts val="0"/>
              </a:spcAft>
            </a:pPr>
            <a:r>
              <a:rPr b="0" sz="2100" i="0" spc="-10">
                <a:solidFill>
                  <a:srgbClr val="ECE9E0"/>
                </a:solidFill>
                <a:latin typeface="Archivo Medium"/>
              </a:rPr>
              <a:t>Austin, TX 78757</a:t>
            </a:r>
          </a:p>
        </p:txBody>
      </p:sp>
      <p:sp>
        <p:nvSpPr>
          <p:cNvPr id="11" name="Box frame"/>
          <p:cNvSpPr/>
          <p:nvPr/>
        </p:nvSpPr>
        <p:spPr>
          <a:xfrm>
            <a:off x="3228975" y="10997184"/>
            <a:ext cx="1575816" cy="332327"/>
          </a:xfrm>
          <a:prstGeom prst="roundRect">
            <a:avLst>
              <a:gd name="adj" fmla="val 28661"/>
            </a:avLst>
          </a:prstGeom>
          <a:noFill/>
          <a:ln w="28575">
            <a:solidFill>
              <a:srgbClr val="EC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"/>
          <p:cNvSpPr txBox="1"/>
          <p:nvPr/>
        </p:nvSpPr>
        <p:spPr>
          <a:xfrm>
            <a:off x="3376612" y="11038827"/>
            <a:ext cx="1510406" cy="3188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93"/>
              </a:lnSpc>
              <a:spcBef>
                <a:spcPts val="0"/>
              </a:spcBef>
              <a:spcAft>
                <a:spcPts val="0"/>
              </a:spcAft>
            </a:pPr>
            <a:r>
              <a:rPr b="1" sz="1470" i="0" spc="58">
                <a:solidFill>
                  <a:srgbClr val="ECE9E0"/>
                </a:solidFill>
                <a:latin typeface="Archivo"/>
              </a:rPr>
              <a:t>[TBC: SUITE]</a:t>
            </a:r>
          </a:p>
        </p:txBody>
      </p:sp>
      <p:sp>
        <p:nvSpPr>
          <p:cNvPr id="13" name="Box frame"/>
          <p:cNvSpPr/>
          <p:nvPr/>
        </p:nvSpPr>
        <p:spPr>
          <a:xfrm>
            <a:off x="700088" y="11845385"/>
            <a:ext cx="1806035" cy="332327"/>
          </a:xfrm>
          <a:prstGeom prst="roundRect">
            <a:avLst>
              <a:gd name="adj" fmla="val 28661"/>
            </a:avLst>
          </a:prstGeom>
          <a:noFill/>
          <a:ln w="28575">
            <a:solidFill>
              <a:srgbClr val="EC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847725" y="11887029"/>
            <a:ext cx="1768251" cy="3188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93"/>
              </a:lnSpc>
              <a:spcBef>
                <a:spcPts val="0"/>
              </a:spcBef>
              <a:spcAft>
                <a:spcPts val="0"/>
              </a:spcAft>
            </a:pPr>
            <a:r>
              <a:rPr b="1" sz="1470" i="0" spc="58">
                <a:solidFill>
                  <a:srgbClr val="ECE9E0"/>
                </a:solidFill>
                <a:latin typeface="Archivo"/>
              </a:rPr>
              <a:t>[TBC: HANDLE]</a:t>
            </a:r>
          </a:p>
        </p:txBody>
      </p:sp>
      <p:pic>
        <p:nvPicPr>
          <p:cNvPr id="15" name="Graphic" descr="logo-632920a316c4945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6253" y="9334551"/>
            <a:ext cx="3004947" cy="28573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685800" y="643814"/>
            <a:ext cx="2244151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ECE9E0"/>
                </a:solidFill>
                <a:latin typeface="Archivo ExtraBold"/>
              </a:rPr>
              <a:t>THE NEW LOOK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8810149" y="643814"/>
            <a:ext cx="962177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ECE9E0"/>
                </a:solidFill>
                <a:latin typeface="Archivo ExtraBold"/>
              </a:rPr>
              <a:t>01 / 05</a:t>
            </a:r>
          </a:p>
        </p:txBody>
      </p:sp>
      <p:pic>
        <p:nvPicPr>
          <p:cNvPr id="5" name="Graphic" descr="logo-5f3c8afb01818e5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65" y="1771650"/>
            <a:ext cx="8915269" cy="1799082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685800" y="4515612"/>
            <a:ext cx="9272016" cy="52806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450"/>
              </a:lnSpc>
              <a:spcBef>
                <a:spcPts val="0"/>
              </a:spcBef>
              <a:spcAft>
                <a:spcPts val="0"/>
              </a:spcAft>
            </a:pPr>
            <a:r>
              <a:rPr b="0" sz="10500" i="0" spc="-157">
                <a:solidFill>
                  <a:srgbClr val="ECE9E0"/>
                </a:solidFill>
                <a:latin typeface="Archivo Black"/>
              </a:rPr>
              <a:t>SAME PLACES.</a:t>
            </a:r>
          </a:p>
          <a:p>
            <a:pPr algn="l">
              <a:lnSpc>
                <a:spcPts val="9450"/>
              </a:lnSpc>
              <a:spcBef>
                <a:spcPts val="0"/>
              </a:spcBef>
              <a:spcAft>
                <a:spcPts val="0"/>
              </a:spcAft>
            </a:pPr>
            <a:r>
              <a:rPr b="0" sz="10500" i="0" spc="-157">
                <a:solidFill>
                  <a:srgbClr val="ECE9E0"/>
                </a:solidFill>
                <a:latin typeface="Archivo Black"/>
              </a:rPr>
              <a:t>DIFFERENT</a:t>
            </a:r>
          </a:p>
          <a:p>
            <a:pPr algn="l">
              <a:lnSpc>
                <a:spcPts val="9450"/>
              </a:lnSpc>
              <a:spcBef>
                <a:spcPts val="0"/>
              </a:spcBef>
              <a:spcAft>
                <a:spcPts val="0"/>
              </a:spcAft>
            </a:pPr>
            <a:r>
              <a:rPr b="0" sz="10500" i="0" spc="-157">
                <a:solidFill>
                  <a:srgbClr val="ECE9E0"/>
                </a:solidFill>
                <a:latin typeface="Archivo Black"/>
              </a:rPr>
              <a:t>STANDARD.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685800" y="11707749"/>
            <a:ext cx="6273028" cy="6507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659"/>
              </a:lnSpc>
              <a:spcBef>
                <a:spcPts val="0"/>
              </a:spcBef>
              <a:spcAft>
                <a:spcPts val="0"/>
              </a:spcAft>
            </a:pPr>
            <a:r>
              <a:rPr b="0" sz="3000" i="0" spc="-15">
                <a:solidFill>
                  <a:srgbClr val="ECE9E0"/>
                </a:solidFill>
                <a:latin typeface="Archivo Medium"/>
              </a:rPr>
              <a:t>The new Cosmic, piece by piece.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247650" y="247650"/>
            <a:ext cx="9791700" cy="12363450"/>
          </a:xfrm>
          <a:prstGeom prst="roundRect">
            <a:avLst>
              <a:gd name="adj" fmla="val 2918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Graphic" descr="logo-5b6b7646104153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857260"/>
            <a:ext cx="2241994" cy="533380"/>
          </a:xfrm>
          <a:prstGeom prst="rect">
            <a:avLst/>
          </a:prstGeom>
        </p:spPr>
      </p:pic>
      <p:sp>
        <p:nvSpPr>
          <p:cNvPr id="5" name="Text"/>
          <p:cNvSpPr txBox="1"/>
          <p:nvPr/>
        </p:nvSpPr>
        <p:spPr>
          <a:xfrm>
            <a:off x="8581549" y="977189"/>
            <a:ext cx="962177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02 / 05</a:t>
            </a:r>
          </a:p>
        </p:txBody>
      </p:sp>
      <p:sp>
        <p:nvSpPr>
          <p:cNvPr id="6" name="Headline"/>
          <p:cNvSpPr txBox="1"/>
          <p:nvPr/>
        </p:nvSpPr>
        <p:spPr>
          <a:xfrm>
            <a:off x="914400" y="2026920"/>
            <a:ext cx="6679479" cy="2263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425"/>
              </a:lnSpc>
              <a:spcBef>
                <a:spcPts val="0"/>
              </a:spcBef>
              <a:spcAft>
                <a:spcPts val="0"/>
              </a:spcAft>
            </a:pPr>
            <a:r>
              <a:rPr b="0" sz="8250" i="0" spc="-123">
                <a:solidFill>
                  <a:srgbClr val="171726"/>
                </a:solidFill>
                <a:latin typeface="Archivo Black"/>
              </a:rPr>
              <a:t>THREE</a:t>
            </a:r>
          </a:p>
          <a:p>
            <a:pPr algn="l">
              <a:lnSpc>
                <a:spcPts val="7425"/>
              </a:lnSpc>
              <a:spcBef>
                <a:spcPts val="0"/>
              </a:spcBef>
              <a:spcAft>
                <a:spcPts val="0"/>
              </a:spcAft>
            </a:pPr>
            <a:r>
              <a:rPr b="0" sz="8250" i="0" spc="-123">
                <a:solidFill>
                  <a:srgbClr val="171726"/>
                </a:solidFill>
                <a:latin typeface="Archivo Black"/>
              </a:rPr>
              <a:t>COLOURS.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914400" y="4094455"/>
            <a:ext cx="6481694" cy="58567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294"/>
              </a:lnSpc>
              <a:spcBef>
                <a:spcPts val="0"/>
              </a:spcBef>
              <a:spcAft>
                <a:spcPts val="0"/>
              </a:spcAft>
            </a:pPr>
            <a:r>
              <a:rPr b="0" sz="2700" i="0" spc="-13">
                <a:solidFill>
                  <a:srgbClr val="362CFF"/>
                </a:solidFill>
                <a:latin typeface="Archivo Medium"/>
              </a:rPr>
              <a:t>Blue leads. Cream and ink do the rest.</a:t>
            </a:r>
          </a:p>
        </p:txBody>
      </p:sp>
      <p:sp>
        <p:nvSpPr>
          <p:cNvPr id="8" name="Box"/>
          <p:cNvSpPr/>
          <p:nvPr/>
        </p:nvSpPr>
        <p:spPr>
          <a:xfrm>
            <a:off x="914400" y="5009293"/>
            <a:ext cx="2692337" cy="6096000"/>
          </a:xfrm>
          <a:prstGeom prst="roundRect">
            <a:avLst>
              <a:gd name="adj" fmla="val 7783"/>
            </a:avLst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"/>
          <p:cNvSpPr txBox="1"/>
          <p:nvPr/>
        </p:nvSpPr>
        <p:spPr>
          <a:xfrm>
            <a:off x="1162050" y="10105168"/>
            <a:ext cx="1439890" cy="5280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</a:pPr>
            <a:r>
              <a:rPr b="0" sz="3300" i="0" spc="-49">
                <a:solidFill>
                  <a:srgbClr val="ECE9E0"/>
                </a:solidFill>
                <a:latin typeface="Archivo Black"/>
              </a:rPr>
              <a:t>BLUE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1162050" y="10523353"/>
            <a:ext cx="1245306" cy="42298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</a:pPr>
            <a:r>
              <a:rPr b="0" sz="1950" i="0" spc="-9">
                <a:solidFill>
                  <a:srgbClr val="ECE9E0"/>
                </a:solidFill>
                <a:latin typeface="Archivo Medium"/>
              </a:rPr>
              <a:t>#362CFF</a:t>
            </a:r>
          </a:p>
        </p:txBody>
      </p:sp>
      <p:sp>
        <p:nvSpPr>
          <p:cNvPr id="11" name="Box"/>
          <p:cNvSpPr/>
          <p:nvPr/>
        </p:nvSpPr>
        <p:spPr>
          <a:xfrm>
            <a:off x="3797237" y="5009293"/>
            <a:ext cx="2692432" cy="6096000"/>
          </a:xfrm>
          <a:prstGeom prst="roundRect">
            <a:avLst>
              <a:gd name="adj" fmla="val 7782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Box frame"/>
          <p:cNvSpPr/>
          <p:nvPr/>
        </p:nvSpPr>
        <p:spPr>
          <a:xfrm>
            <a:off x="3816287" y="5028343"/>
            <a:ext cx="2654332" cy="6057900"/>
          </a:xfrm>
          <a:prstGeom prst="roundRect">
            <a:avLst>
              <a:gd name="adj" fmla="val 7894"/>
            </a:avLst>
          </a:prstGeom>
          <a:noFill/>
          <a:ln w="38100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"/>
          <p:cNvSpPr txBox="1"/>
          <p:nvPr/>
        </p:nvSpPr>
        <p:spPr>
          <a:xfrm>
            <a:off x="4044887" y="10105168"/>
            <a:ext cx="1931792" cy="5280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</a:pPr>
            <a:r>
              <a:rPr b="0" sz="3300" i="0" spc="-49">
                <a:solidFill>
                  <a:srgbClr val="362CFF"/>
                </a:solidFill>
                <a:latin typeface="Archivo Black"/>
              </a:rPr>
              <a:t>CREAM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4044887" y="10523353"/>
            <a:ext cx="1308354" cy="42298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</a:pPr>
            <a:r>
              <a:rPr b="0" sz="1950" i="0" spc="-9">
                <a:solidFill>
                  <a:srgbClr val="171726"/>
                </a:solidFill>
                <a:latin typeface="Archivo Medium"/>
              </a:rPr>
              <a:t>#ECE9E0</a:t>
            </a:r>
          </a:p>
        </p:txBody>
      </p:sp>
      <p:sp>
        <p:nvSpPr>
          <p:cNvPr id="15" name="Box"/>
          <p:cNvSpPr/>
          <p:nvPr/>
        </p:nvSpPr>
        <p:spPr>
          <a:xfrm>
            <a:off x="6680168" y="5009293"/>
            <a:ext cx="2692337" cy="6096000"/>
          </a:xfrm>
          <a:prstGeom prst="roundRect">
            <a:avLst>
              <a:gd name="adj" fmla="val 7783"/>
            </a:avLst>
          </a:prstGeom>
          <a:solidFill>
            <a:srgbClr val="17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"/>
          <p:cNvSpPr txBox="1"/>
          <p:nvPr/>
        </p:nvSpPr>
        <p:spPr>
          <a:xfrm>
            <a:off x="6927818" y="10105168"/>
            <a:ext cx="1010290" cy="5280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</a:pPr>
            <a:r>
              <a:rPr b="0" sz="3300" i="0" spc="-49">
                <a:solidFill>
                  <a:srgbClr val="ECE9E0"/>
                </a:solidFill>
                <a:latin typeface="Archivo Black"/>
              </a:rPr>
              <a:t>INK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6927818" y="10523353"/>
            <a:ext cx="1162202" cy="42298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</a:pPr>
            <a:r>
              <a:rPr b="0" sz="1950" i="0" spc="-9">
                <a:solidFill>
                  <a:srgbClr val="ECE9E0"/>
                </a:solidFill>
                <a:latin typeface="Archivo Medium"/>
              </a:rPr>
              <a:t>#171726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247650" y="247650"/>
            <a:ext cx="9791700" cy="12363450"/>
          </a:xfrm>
          <a:prstGeom prst="roundRect">
            <a:avLst>
              <a:gd name="adj" fmla="val 2918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Graphic" descr="logo-5b6b7646104153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857260"/>
            <a:ext cx="2241994" cy="533380"/>
          </a:xfrm>
          <a:prstGeom prst="rect">
            <a:avLst/>
          </a:prstGeom>
        </p:spPr>
      </p:pic>
      <p:sp>
        <p:nvSpPr>
          <p:cNvPr id="5" name="Text"/>
          <p:cNvSpPr txBox="1"/>
          <p:nvPr/>
        </p:nvSpPr>
        <p:spPr>
          <a:xfrm>
            <a:off x="8581549" y="977189"/>
            <a:ext cx="962177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03 / 05</a:t>
            </a:r>
          </a:p>
        </p:txBody>
      </p:sp>
      <p:sp>
        <p:nvSpPr>
          <p:cNvPr id="6" name="Headline"/>
          <p:cNvSpPr txBox="1"/>
          <p:nvPr/>
        </p:nvSpPr>
        <p:spPr>
          <a:xfrm>
            <a:off x="914400" y="2026920"/>
            <a:ext cx="9296339" cy="2263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425"/>
              </a:lnSpc>
              <a:spcBef>
                <a:spcPts val="0"/>
              </a:spcBef>
              <a:spcAft>
                <a:spcPts val="0"/>
              </a:spcAft>
            </a:pPr>
            <a:r>
              <a:rPr b="0" sz="8250" i="0" spc="-123">
                <a:solidFill>
                  <a:srgbClr val="171726"/>
                </a:solidFill>
                <a:latin typeface="Archivo Black"/>
              </a:rPr>
              <a:t>A LITTLE</a:t>
            </a:r>
          </a:p>
          <a:p>
            <a:pPr algn="l">
              <a:lnSpc>
                <a:spcPts val="7425"/>
              </a:lnSpc>
              <a:spcBef>
                <a:spcPts val="0"/>
              </a:spcBef>
              <a:spcAft>
                <a:spcPts val="0"/>
              </a:spcAft>
            </a:pPr>
            <a:r>
              <a:rPr b="0" sz="8250" i="0" spc="-123">
                <a:solidFill>
                  <a:srgbClr val="171726"/>
                </a:solidFill>
                <a:latin typeface="Archivo Black"/>
              </a:rPr>
              <a:t>PERSONALITY.</a:t>
            </a:r>
          </a:p>
        </p:txBody>
      </p:sp>
      <p:pic>
        <p:nvPicPr>
          <p:cNvPr id="7" name="Graphic" descr="logo-ea9b2dbfd0afd1c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324359"/>
            <a:ext cx="5056442" cy="1428732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914400" y="6075655"/>
            <a:ext cx="4503169" cy="100401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94"/>
              </a:lnSpc>
              <a:spcBef>
                <a:spcPts val="0"/>
              </a:spcBef>
              <a:spcAft>
                <a:spcPts val="0"/>
              </a:spcAft>
            </a:pPr>
            <a:r>
              <a:rPr b="0" sz="2700" i="0" spc="-13">
                <a:solidFill>
                  <a:srgbClr val="362CFF"/>
                </a:solidFill>
                <a:latin typeface="Archivo Medium"/>
              </a:rPr>
              <a:t>Script lettering and stickers for the details.</a:t>
            </a:r>
          </a:p>
        </p:txBody>
      </p:sp>
      <p:pic>
        <p:nvPicPr>
          <p:cNvPr id="9" name="Graphic" descr="logo-8087de3c8eba5a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6932405"/>
            <a:ext cx="5338572" cy="2762221"/>
          </a:xfrm>
          <a:prstGeom prst="rect">
            <a:avLst/>
          </a:prstGeom>
        </p:spPr>
      </p:pic>
      <p:pic>
        <p:nvPicPr>
          <p:cNvPr id="10" name="Graphic" descr="logo-f6caeede9421c3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2972" y="6980037"/>
            <a:ext cx="3632644" cy="2666957"/>
          </a:xfrm>
          <a:prstGeom prst="rect">
            <a:avLst/>
          </a:prstGeom>
        </p:spPr>
      </p:pic>
      <p:pic>
        <p:nvPicPr>
          <p:cNvPr id="11" name="Graphic" descr="logo-04de3982b84c516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45741" y="9942305"/>
            <a:ext cx="3826859" cy="228597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685800" y="643814"/>
            <a:ext cx="2074316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ECE9E0"/>
                </a:solidFill>
                <a:latin typeface="Archivo ExtraBold"/>
              </a:rPr>
              <a:t>THE UNIFORM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8809863" y="643814"/>
            <a:ext cx="962497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ECE9E0"/>
                </a:solidFill>
                <a:latin typeface="Archivo ExtraBold"/>
              </a:rPr>
              <a:t>04 / 05</a:t>
            </a:r>
          </a:p>
        </p:txBody>
      </p:sp>
      <p:sp>
        <p:nvSpPr>
          <p:cNvPr id="5" name="Headline"/>
          <p:cNvSpPr txBox="1"/>
          <p:nvPr/>
        </p:nvSpPr>
        <p:spPr>
          <a:xfrm>
            <a:off x="685800" y="1451229"/>
            <a:ext cx="9841581" cy="23042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559"/>
              </a:lnSpc>
              <a:spcBef>
                <a:spcPts val="0"/>
              </a:spcBef>
              <a:spcAft>
                <a:spcPts val="0"/>
              </a:spcAft>
            </a:pPr>
            <a:r>
              <a:rPr b="0" sz="8400" i="0" spc="-126">
                <a:solidFill>
                  <a:srgbClr val="ECE9E0"/>
                </a:solidFill>
                <a:latin typeface="Archivo Black"/>
              </a:rPr>
              <a:t>SAME CREW.</a:t>
            </a:r>
          </a:p>
          <a:p>
            <a:pPr algn="l">
              <a:lnSpc>
                <a:spcPts val="7559"/>
              </a:lnSpc>
              <a:spcBef>
                <a:spcPts val="0"/>
              </a:spcBef>
              <a:spcAft>
                <a:spcPts val="0"/>
              </a:spcAft>
            </a:pPr>
            <a:r>
              <a:rPr b="0" sz="8400" i="0" spc="-126">
                <a:solidFill>
                  <a:srgbClr val="ECE9E0"/>
                </a:solidFill>
                <a:latin typeface="Archivo Black"/>
              </a:rPr>
              <a:t>NEW UNIFORM.</a:t>
            </a:r>
          </a:p>
        </p:txBody>
      </p:sp>
      <p:sp>
        <p:nvSpPr>
          <p:cNvPr id="6" name="Box"/>
          <p:cNvSpPr/>
          <p:nvPr/>
        </p:nvSpPr>
        <p:spPr>
          <a:xfrm>
            <a:off x="685800" y="3729895"/>
            <a:ext cx="8915400" cy="4476750"/>
          </a:xfrm>
          <a:prstGeom prst="roundRect">
            <a:avLst>
              <a:gd name="adj" fmla="val 4680"/>
            </a:avLst>
          </a:prstGeom>
          <a:solidFill>
            <a:srgbClr val="17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hoto" descr="photo-1e980549152f855e.jpg"/>
          <p:cNvPicPr>
            <a:picLocks noChangeAspect="1"/>
          </p:cNvPicPr>
          <p:nvPr/>
        </p:nvPicPr>
        <p:blipFill>
          <a:blip r:embed="rId2"/>
          <a:srcRect t="10798" b="16199"/>
          <a:stretch>
            <a:fillRect/>
          </a:stretch>
        </p:blipFill>
        <p:spPr>
          <a:xfrm>
            <a:off x="685800" y="3729895"/>
            <a:ext cx="8915400" cy="4476750"/>
          </a:xfrm>
          <a:prstGeom prst="roundRect">
            <a:avLst>
              <a:gd name="adj" fmla="val 4680"/>
            </a:avLst>
          </a:prstGeom>
        </p:spPr>
      </p:pic>
      <p:sp>
        <p:nvSpPr>
          <p:cNvPr id="8" name="Box"/>
          <p:cNvSpPr/>
          <p:nvPr/>
        </p:nvSpPr>
        <p:spPr>
          <a:xfrm>
            <a:off x="685800" y="8397145"/>
            <a:ext cx="4791075" cy="2571750"/>
          </a:xfrm>
          <a:prstGeom prst="roundRect">
            <a:avLst>
              <a:gd name="adj" fmla="val 8148"/>
            </a:avLst>
          </a:prstGeom>
          <a:solidFill>
            <a:srgbClr val="17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hoto" descr="photo-0e22fe3476bfa564.jpg"/>
          <p:cNvPicPr>
            <a:picLocks noChangeAspect="1"/>
          </p:cNvPicPr>
          <p:nvPr/>
        </p:nvPicPr>
        <p:blipFill>
          <a:blip r:embed="rId3"/>
          <a:srcRect t="14213" b="14216"/>
          <a:stretch>
            <a:fillRect/>
          </a:stretch>
        </p:blipFill>
        <p:spPr>
          <a:xfrm>
            <a:off x="685800" y="8397145"/>
            <a:ext cx="4791075" cy="2571750"/>
          </a:xfrm>
          <a:prstGeom prst="roundRect">
            <a:avLst>
              <a:gd name="adj" fmla="val 8148"/>
            </a:avLst>
          </a:prstGeom>
        </p:spPr>
      </p:pic>
      <p:sp>
        <p:nvSpPr>
          <p:cNvPr id="10" name="Box"/>
          <p:cNvSpPr/>
          <p:nvPr/>
        </p:nvSpPr>
        <p:spPr>
          <a:xfrm>
            <a:off x="5667375" y="8397145"/>
            <a:ext cx="3933825" cy="2571750"/>
          </a:xfrm>
          <a:prstGeom prst="roundRect">
            <a:avLst>
              <a:gd name="adj" fmla="val 8148"/>
            </a:avLst>
          </a:prstGeom>
          <a:solidFill>
            <a:srgbClr val="17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hoto" descr="photo-3d6cc8f191b22da5.jpg"/>
          <p:cNvPicPr>
            <a:picLocks noChangeAspect="1"/>
          </p:cNvPicPr>
          <p:nvPr/>
        </p:nvPicPr>
        <p:blipFill>
          <a:blip r:embed="rId4"/>
          <a:srcRect t="17312" b="17312"/>
          <a:stretch>
            <a:fillRect/>
          </a:stretch>
        </p:blipFill>
        <p:spPr>
          <a:xfrm>
            <a:off x="5667375" y="8397145"/>
            <a:ext cx="3933825" cy="2571750"/>
          </a:xfrm>
          <a:prstGeom prst="roundRect">
            <a:avLst>
              <a:gd name="adj" fmla="val 8148"/>
            </a:avLst>
          </a:prstGeom>
        </p:spPr>
      </p:pic>
      <p:sp>
        <p:nvSpPr>
          <p:cNvPr id="12" name="Text"/>
          <p:cNvSpPr txBox="1"/>
          <p:nvPr/>
        </p:nvSpPr>
        <p:spPr>
          <a:xfrm>
            <a:off x="685800" y="11204810"/>
            <a:ext cx="8332272" cy="52059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28"/>
              </a:lnSpc>
              <a:spcBef>
                <a:spcPts val="0"/>
              </a:spcBef>
              <a:spcAft>
                <a:spcPts val="0"/>
              </a:spcAft>
            </a:pPr>
            <a:r>
              <a:rPr b="0" sz="2400" i="0" spc="-12">
                <a:solidFill>
                  <a:srgbClr val="ECE9E0"/>
                </a:solidFill>
                <a:latin typeface="Archivo Medium"/>
              </a:rPr>
              <a:t>Jackets, caps and coveralls in Cosmic blue and cream.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247650" y="247650"/>
            <a:ext cx="9791700" cy="12363450"/>
          </a:xfrm>
          <a:prstGeom prst="roundRect">
            <a:avLst>
              <a:gd name="adj" fmla="val 2918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Graphic" descr="logo-5b6b7646104153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857260"/>
            <a:ext cx="2241994" cy="533380"/>
          </a:xfrm>
          <a:prstGeom prst="rect">
            <a:avLst/>
          </a:prstGeom>
        </p:spPr>
      </p:pic>
      <p:sp>
        <p:nvSpPr>
          <p:cNvPr id="5" name="Text"/>
          <p:cNvSpPr txBox="1"/>
          <p:nvPr/>
        </p:nvSpPr>
        <p:spPr>
          <a:xfrm>
            <a:off x="8581549" y="977189"/>
            <a:ext cx="962177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05 / 05</a:t>
            </a:r>
          </a:p>
        </p:txBody>
      </p:sp>
      <p:sp>
        <p:nvSpPr>
          <p:cNvPr id="6" name="Headline"/>
          <p:cNvSpPr txBox="1"/>
          <p:nvPr/>
        </p:nvSpPr>
        <p:spPr>
          <a:xfrm>
            <a:off x="914400" y="1996440"/>
            <a:ext cx="8498373" cy="2468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100"/>
              </a:lnSpc>
              <a:spcBef>
                <a:spcPts val="0"/>
              </a:spcBef>
              <a:spcAft>
                <a:spcPts val="0"/>
              </a:spcAft>
            </a:pPr>
            <a:r>
              <a:rPr b="0" sz="9000" i="0" spc="-135">
                <a:solidFill>
                  <a:srgbClr val="171726"/>
                </a:solidFill>
                <a:latin typeface="Archivo Black"/>
              </a:rPr>
              <a:t>LOOK FOR</a:t>
            </a:r>
          </a:p>
          <a:p>
            <a:pPr algn="l">
              <a:lnSpc>
                <a:spcPts val="8100"/>
              </a:lnSpc>
              <a:spcBef>
                <a:spcPts val="0"/>
              </a:spcBef>
              <a:spcAft>
                <a:spcPts val="0"/>
              </a:spcAft>
            </a:pPr>
            <a:r>
              <a:rPr b="0" sz="9000" i="0" spc="-135">
                <a:solidFill>
                  <a:srgbClr val="171726"/>
                </a:solidFill>
                <a:latin typeface="Archivo Black"/>
              </a:rPr>
              <a:t>THE TRUCK.</a:t>
            </a:r>
          </a:p>
        </p:txBody>
      </p:sp>
      <p:sp>
        <p:nvSpPr>
          <p:cNvPr id="7" name="Box"/>
          <p:cNvSpPr/>
          <p:nvPr/>
        </p:nvSpPr>
        <p:spPr>
          <a:xfrm>
            <a:off x="914400" y="4400550"/>
            <a:ext cx="8458200" cy="5715000"/>
          </a:xfrm>
          <a:prstGeom prst="roundRect">
            <a:avLst>
              <a:gd name="adj" fmla="val 3666"/>
            </a:avLst>
          </a:prstGeom>
          <a:solidFill>
            <a:srgbClr val="17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hoto" descr="photo-03c66d8ff9f75978.jpg"/>
          <p:cNvPicPr>
            <a:picLocks noChangeAspect="1"/>
          </p:cNvPicPr>
          <p:nvPr/>
        </p:nvPicPr>
        <p:blipFill>
          <a:blip r:embed="rId3"/>
          <a:srcRect t="4955" b="4955"/>
          <a:stretch>
            <a:fillRect/>
          </a:stretch>
        </p:blipFill>
        <p:spPr>
          <a:xfrm>
            <a:off x="914400" y="4400550"/>
            <a:ext cx="8458200" cy="5715000"/>
          </a:xfrm>
          <a:prstGeom prst="roundRect">
            <a:avLst>
              <a:gd name="adj" fmla="val 3666"/>
            </a:avLst>
          </a:prstGeom>
        </p:spPr>
      </p:pic>
      <p:sp>
        <p:nvSpPr>
          <p:cNvPr id="9" name="Text"/>
          <p:cNvSpPr txBox="1"/>
          <p:nvPr/>
        </p:nvSpPr>
        <p:spPr>
          <a:xfrm>
            <a:off x="914400" y="11468919"/>
            <a:ext cx="3455929" cy="55313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11"/>
              </a:lnSpc>
              <a:spcBef>
                <a:spcPts val="0"/>
              </a:spcBef>
              <a:spcAft>
                <a:spcPts val="0"/>
              </a:spcAft>
            </a:pPr>
            <a:r>
              <a:rPr b="1" sz="2550" i="0" spc="-12">
                <a:solidFill>
                  <a:srgbClr val="362CFF"/>
                </a:solidFill>
                <a:latin typeface="Archivo"/>
              </a:rPr>
              <a:t>choosecosmic.com</a:t>
            </a:r>
          </a:p>
        </p:txBody>
      </p:sp>
      <p:sp>
        <p:nvSpPr>
          <p:cNvPr id="10" name="Box"/>
          <p:cNvSpPr/>
          <p:nvPr/>
        </p:nvSpPr>
        <p:spPr>
          <a:xfrm>
            <a:off x="6140101" y="11353800"/>
            <a:ext cx="3232594" cy="647700"/>
          </a:xfrm>
          <a:prstGeom prst="roundRect">
            <a:avLst>
              <a:gd name="adj" fmla="val 50000"/>
            </a:avLst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"/>
          <p:cNvSpPr txBox="1"/>
          <p:nvPr/>
        </p:nvSpPr>
        <p:spPr>
          <a:xfrm>
            <a:off x="6313429" y="11550015"/>
            <a:ext cx="2885938" cy="3733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b="1" sz="2100" i="0">
                <a:solidFill>
                  <a:srgbClr val="ECE9E0"/>
                </a:solidFill>
                <a:latin typeface="Archivo"/>
              </a:rPr>
              <a:t>Get a clear estimate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