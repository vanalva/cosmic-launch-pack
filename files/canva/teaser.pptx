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teaser/01-on-the-jobsite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teaser/02-new-coat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teaser/03-look-closer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teaser/04-something-cosmic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168920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AUSTIN, TX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263" y="8343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 / 04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2037969"/>
            <a:ext cx="8796528" cy="497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171726"/>
                </a:solidFill>
                <a:latin typeface="Archivo Black"/>
              </a:rPr>
              <a:t>SOMEONE</a:t>
            </a:r>
          </a:p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171726"/>
                </a:solidFill>
                <a:latin typeface="Archivo Black"/>
              </a:rPr>
              <a:t>NEW IS ON</a:t>
            </a:r>
          </a:p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171726"/>
                </a:solidFill>
                <a:latin typeface="Archivo Black"/>
              </a:rPr>
              <a:t>THE JOBSITE.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6888004"/>
            <a:ext cx="3184185" cy="158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Same crew. New standard. You'll meet soon.</a:t>
            </a:r>
          </a:p>
        </p:txBody>
      </p:sp>
      <p:pic>
        <p:nvPicPr>
          <p:cNvPr id="8" name="Graphic" descr="logo-696db0c63de752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629" y="9086867"/>
            <a:ext cx="7959471" cy="66674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168920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AUSTIN, TX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09863" y="6438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02 / 04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686306"/>
            <a:ext cx="5845454" cy="34564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40"/>
              </a:lnSpc>
              <a:spcBef>
                <a:spcPts val="0"/>
              </a:spcBef>
              <a:spcAft>
                <a:spcPts val="0"/>
              </a:spcAft>
            </a:pPr>
            <a:r>
              <a:rPr b="0" sz="12600" i="0" spc="-189">
                <a:solidFill>
                  <a:srgbClr val="ECE9E0"/>
                </a:solidFill>
                <a:latin typeface="Archivo Black"/>
              </a:rPr>
              <a:t>NEW</a:t>
            </a:r>
          </a:p>
          <a:p>
            <a:pPr algn="l">
              <a:lnSpc>
                <a:spcPts val="11340"/>
              </a:lnSpc>
              <a:spcBef>
                <a:spcPts val="0"/>
              </a:spcBef>
              <a:spcAft>
                <a:spcPts val="0"/>
              </a:spcAft>
            </a:pPr>
            <a:r>
              <a:rPr b="0" sz="12600" i="0" spc="-189">
                <a:solidFill>
                  <a:srgbClr val="ECE9E0"/>
                </a:solidFill>
                <a:latin typeface="Archivo Black"/>
              </a:rPr>
              <a:t>COAT.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3402741" y="8721757"/>
            <a:ext cx="6198459" cy="34564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340"/>
              </a:lnSpc>
              <a:spcBef>
                <a:spcPts val="0"/>
              </a:spcBef>
              <a:spcAft>
                <a:spcPts val="0"/>
              </a:spcAft>
            </a:pPr>
            <a:r>
              <a:rPr b="0" sz="12600" i="0" spc="-189">
                <a:solidFill>
                  <a:srgbClr val="ECE9E0"/>
                </a:solidFill>
                <a:latin typeface="Archivo Black"/>
              </a:rPr>
              <a:t>SAME</a:t>
            </a:r>
          </a:p>
          <a:p>
            <a:pPr algn="r">
              <a:lnSpc>
                <a:spcPts val="11340"/>
              </a:lnSpc>
              <a:spcBef>
                <a:spcPts val="0"/>
              </a:spcBef>
              <a:spcAft>
                <a:spcPts val="0"/>
              </a:spcAft>
            </a:pPr>
            <a:r>
              <a:rPr b="0" sz="12600" i="0" spc="-189">
                <a:solidFill>
                  <a:srgbClr val="ECE9E0"/>
                </a:solidFill>
                <a:latin typeface="Archivo Black"/>
              </a:rPr>
              <a:t>CREW.</a:t>
            </a:r>
          </a:p>
        </p:txBody>
      </p:sp>
      <p:sp>
        <p:nvSpPr>
          <p:cNvPr id="7" name="Box frame"/>
          <p:cNvSpPr/>
          <p:nvPr/>
        </p:nvSpPr>
        <p:spPr>
          <a:xfrm>
            <a:off x="7497413" y="11891962"/>
            <a:ext cx="2089594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7353532" y="11931167"/>
            <a:ext cx="2085838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ECE9E0"/>
                </a:solidFill>
                <a:latin typeface="Archivo"/>
              </a:rPr>
              <a:t>[TBC: LAUNCH DATE]</a:t>
            </a:r>
          </a:p>
        </p:txBody>
      </p:sp>
      <p:pic>
        <p:nvPicPr>
          <p:cNvPr id="9" name="Graphic" descr="logo-e87e86a973f3d6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0" y="5334015"/>
            <a:ext cx="10009156" cy="23812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168920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AUSTIN, TX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263" y="8343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03 / 04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956816"/>
            <a:ext cx="7493767" cy="3044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90"/>
              </a:lnSpc>
              <a:spcBef>
                <a:spcPts val="0"/>
              </a:spcBef>
              <a:spcAft>
                <a:spcPts val="0"/>
              </a:spcAft>
            </a:pPr>
            <a:r>
              <a:rPr b="0" sz="11100" i="0" spc="-166">
                <a:solidFill>
                  <a:srgbClr val="171726"/>
                </a:solidFill>
                <a:latin typeface="Archivo Black"/>
              </a:rPr>
              <a:t>LOOK</a:t>
            </a:r>
          </a:p>
          <a:p>
            <a:pPr algn="l">
              <a:lnSpc>
                <a:spcPts val="9990"/>
              </a:lnSpc>
              <a:spcBef>
                <a:spcPts val="0"/>
              </a:spcBef>
              <a:spcAft>
                <a:spcPts val="0"/>
              </a:spcAft>
            </a:pPr>
            <a:r>
              <a:rPr b="0" sz="11100" i="0" spc="-166">
                <a:solidFill>
                  <a:srgbClr val="171726"/>
                </a:solidFill>
                <a:latin typeface="Archivo Black"/>
              </a:rPr>
              <a:t>CLOSER.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4727638"/>
            <a:ext cx="3639068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Someone is hiding in plain sight.</a:t>
            </a:r>
          </a:p>
        </p:txBody>
      </p:sp>
      <p:pic>
        <p:nvPicPr>
          <p:cNvPr id="8" name="Graphic" descr="logo-fc06af06034f4e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2100" y="6705637"/>
            <a:ext cx="12016645" cy="5333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168920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AUSTIN, TX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09768" y="643814"/>
            <a:ext cx="96260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04 / 04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641729"/>
            <a:ext cx="8086374" cy="4224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SOMETHING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COSMIC IS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COMING TO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AUSTIN.</a:t>
            </a:r>
          </a:p>
        </p:txBody>
      </p:sp>
      <p:sp>
        <p:nvSpPr>
          <p:cNvPr id="6" name="Box frame"/>
          <p:cNvSpPr/>
          <p:nvPr/>
        </p:nvSpPr>
        <p:spPr>
          <a:xfrm>
            <a:off x="700088" y="11891962"/>
            <a:ext cx="2089594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847725" y="11931167"/>
            <a:ext cx="2085838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ECE9E0"/>
                </a:solidFill>
                <a:latin typeface="Archivo"/>
              </a:rPr>
              <a:t>[TBC: LAUNCH DATE]</a:t>
            </a:r>
          </a:p>
        </p:txBody>
      </p:sp>
      <p:pic>
        <p:nvPicPr>
          <p:cNvPr id="8" name="Graphic" descr="logo-87d5c2d017a204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569" y="7334267"/>
            <a:ext cx="7355681" cy="6572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