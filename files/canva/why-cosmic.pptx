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why-cosmic/01-cover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why-cosmic/02-clear-communication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why-cosmic/03-boots-on-the-ground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why-cosmic/04-on-time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why-cosmic/05-care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why-cosmic/06-the-numbers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jpg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jp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7.png"/><Relationship Id="rId4" Type="http://schemas.openxmlformats.org/officeDocument/2006/relationships/image" Target="../media/image8.jpg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jp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Graphic" descr="logo-2b8dc7ca46ed35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09610"/>
            <a:ext cx="2241994" cy="533380"/>
          </a:xfrm>
          <a:prstGeom prst="rect">
            <a:avLst/>
          </a:prstGeom>
        </p:spPr>
      </p:pic>
      <p:sp>
        <p:nvSpPr>
          <p:cNvPr id="4" name="Text"/>
          <p:cNvSpPr txBox="1"/>
          <p:nvPr/>
        </p:nvSpPr>
        <p:spPr>
          <a:xfrm>
            <a:off x="8810149" y="729539"/>
            <a:ext cx="962177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ECE9E0"/>
                </a:solidFill>
                <a:latin typeface="Archivo ExtraBold"/>
              </a:rPr>
              <a:t>01 / 06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685800" y="1882064"/>
            <a:ext cx="1942887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ECE9E0"/>
                </a:solidFill>
                <a:latin typeface="Archivo ExtraBold"/>
              </a:rPr>
              <a:t>WHY COSMIC</a:t>
            </a:r>
          </a:p>
        </p:txBody>
      </p:sp>
      <p:sp>
        <p:nvSpPr>
          <p:cNvPr id="6" name="Headline"/>
          <p:cNvSpPr txBox="1"/>
          <p:nvPr/>
        </p:nvSpPr>
        <p:spPr>
          <a:xfrm>
            <a:off x="685800" y="2454783"/>
            <a:ext cx="9272016" cy="46771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369"/>
              </a:lnSpc>
              <a:spcBef>
                <a:spcPts val="0"/>
              </a:spcBef>
              <a:spcAft>
                <a:spcPts val="0"/>
              </a:spcAft>
            </a:pPr>
            <a:r>
              <a:rPr b="0" sz="9300" i="0" spc="-139">
                <a:solidFill>
                  <a:srgbClr val="ECE9E0"/>
                </a:solidFill>
                <a:latin typeface="Archivo Black"/>
              </a:rPr>
              <a:t>A HIGHER STANDARD FOR EVERY SPACE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685800" y="7031774"/>
            <a:ext cx="4912584" cy="100401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294"/>
              </a:lnSpc>
              <a:spcBef>
                <a:spcPts val="0"/>
              </a:spcBef>
              <a:spcAft>
                <a:spcPts val="0"/>
              </a:spcAft>
            </a:pPr>
            <a:r>
              <a:rPr b="0" sz="2700" i="0" spc="-13">
                <a:solidFill>
                  <a:srgbClr val="ECE9E0"/>
                </a:solidFill>
                <a:latin typeface="Archivo Medium"/>
              </a:rPr>
              <a:t>Same places. Different standard.</a:t>
            </a:r>
          </a:p>
        </p:txBody>
      </p:sp>
      <p:pic>
        <p:nvPicPr>
          <p:cNvPr id="8" name="Graphic" descr="logo-1f1f32fbdddaf4c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6490" y="8439221"/>
            <a:ext cx="2634710" cy="380985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Box"/>
          <p:cNvSpPr/>
          <p:nvPr/>
        </p:nvSpPr>
        <p:spPr>
          <a:xfrm>
            <a:off x="247650" y="247650"/>
            <a:ext cx="9791700" cy="12363450"/>
          </a:xfrm>
          <a:prstGeom prst="roundRect">
            <a:avLst>
              <a:gd name="adj" fmla="val 2918"/>
            </a:avLst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Graphic" descr="logo-5b6b76461041535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857260"/>
            <a:ext cx="2241994" cy="533380"/>
          </a:xfrm>
          <a:prstGeom prst="rect">
            <a:avLst/>
          </a:prstGeom>
        </p:spPr>
      </p:pic>
      <p:sp>
        <p:nvSpPr>
          <p:cNvPr id="5" name="Text"/>
          <p:cNvSpPr txBox="1"/>
          <p:nvPr/>
        </p:nvSpPr>
        <p:spPr>
          <a:xfrm>
            <a:off x="8581549" y="977189"/>
            <a:ext cx="962177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362CFF"/>
                </a:solidFill>
                <a:latin typeface="Archivo ExtraBold"/>
              </a:rPr>
              <a:t>02 / 06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914400" y="1843964"/>
            <a:ext cx="416723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362CFF"/>
                </a:solidFill>
                <a:latin typeface="Archivo ExtraBold"/>
              </a:rPr>
              <a:t>01</a:t>
            </a:r>
          </a:p>
        </p:txBody>
      </p:sp>
      <p:pic>
        <p:nvPicPr>
          <p:cNvPr id="7" name="Graphic" descr="logo-887dcbe57a8a89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5168" y="1866977"/>
            <a:ext cx="787432" cy="914247"/>
          </a:xfrm>
          <a:prstGeom prst="rect">
            <a:avLst/>
          </a:prstGeom>
        </p:spPr>
      </p:pic>
      <p:sp>
        <p:nvSpPr>
          <p:cNvPr id="8" name="Headline"/>
          <p:cNvSpPr txBox="1"/>
          <p:nvPr/>
        </p:nvSpPr>
        <p:spPr>
          <a:xfrm>
            <a:off x="914400" y="2886837"/>
            <a:ext cx="8891168" cy="176936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5805"/>
              </a:lnSpc>
              <a:spcBef>
                <a:spcPts val="0"/>
              </a:spcBef>
              <a:spcAft>
                <a:spcPts val="0"/>
              </a:spcAft>
            </a:pPr>
            <a:r>
              <a:rPr b="0" sz="6450" i="0" spc="-96">
                <a:solidFill>
                  <a:srgbClr val="171726"/>
                </a:solidFill>
                <a:latin typeface="Archivo Black"/>
              </a:rPr>
              <a:t>CLEAR</a:t>
            </a:r>
          </a:p>
          <a:p>
            <a:pPr algn="l">
              <a:lnSpc>
                <a:spcPts val="5805"/>
              </a:lnSpc>
              <a:spcBef>
                <a:spcPts val="0"/>
              </a:spcBef>
              <a:spcAft>
                <a:spcPts val="0"/>
              </a:spcAft>
            </a:pPr>
            <a:r>
              <a:rPr b="0" sz="6450" i="0" spc="-96">
                <a:solidFill>
                  <a:srgbClr val="171726"/>
                </a:solidFill>
                <a:latin typeface="Archivo Black"/>
              </a:rPr>
              <a:t>COMMUNICATION</a:t>
            </a:r>
          </a:p>
        </p:txBody>
      </p:sp>
      <p:sp>
        <p:nvSpPr>
          <p:cNvPr id="9" name="Text"/>
          <p:cNvSpPr txBox="1"/>
          <p:nvPr/>
        </p:nvSpPr>
        <p:spPr>
          <a:xfrm>
            <a:off x="914400" y="4578591"/>
            <a:ext cx="5401742" cy="238452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76"/>
              </a:lnSpc>
              <a:spcBef>
                <a:spcPts val="0"/>
              </a:spcBef>
              <a:spcAft>
                <a:spcPts val="0"/>
              </a:spcAft>
            </a:pPr>
            <a:r>
              <a:rPr b="0" sz="2850" i="0" spc="-14">
                <a:solidFill>
                  <a:srgbClr val="362CFF"/>
                </a:solidFill>
                <a:latin typeface="Archivo Medium"/>
              </a:rPr>
              <a:t>You’ll always know what’s happening. We provide clear updates, realistic timelines and quick responses, so there are no surprises.</a:t>
            </a:r>
          </a:p>
        </p:txBody>
      </p:sp>
      <p:sp>
        <p:nvSpPr>
          <p:cNvPr id="10" name="Box"/>
          <p:cNvSpPr/>
          <p:nvPr/>
        </p:nvSpPr>
        <p:spPr>
          <a:xfrm>
            <a:off x="914400" y="7810500"/>
            <a:ext cx="8458200" cy="4191000"/>
          </a:xfrm>
          <a:prstGeom prst="roundRect">
            <a:avLst>
              <a:gd name="adj" fmla="val 5000"/>
            </a:avLst>
          </a:prstGeom>
          <a:solidFill>
            <a:srgbClr val="17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Photo" descr="photo-a707a4e91d1d3b46.jpg"/>
          <p:cNvPicPr>
            <a:picLocks noChangeAspect="1"/>
          </p:cNvPicPr>
          <p:nvPr/>
        </p:nvPicPr>
        <p:blipFill>
          <a:blip r:embed="rId4"/>
          <a:srcRect t="4784" b="7175"/>
          <a:stretch>
            <a:fillRect/>
          </a:stretch>
        </p:blipFill>
        <p:spPr>
          <a:xfrm>
            <a:off x="914400" y="7810500"/>
            <a:ext cx="8458200" cy="4191000"/>
          </a:xfrm>
          <a:prstGeom prst="roundRect">
            <a:avLst>
              <a:gd name="adj" fmla="val 5000"/>
            </a:avLst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Graphic" descr="logo-2b8dc7ca46ed35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09610"/>
            <a:ext cx="2241994" cy="533380"/>
          </a:xfrm>
          <a:prstGeom prst="rect">
            <a:avLst/>
          </a:prstGeom>
        </p:spPr>
      </p:pic>
      <p:sp>
        <p:nvSpPr>
          <p:cNvPr id="4" name="Text"/>
          <p:cNvSpPr txBox="1"/>
          <p:nvPr/>
        </p:nvSpPr>
        <p:spPr>
          <a:xfrm>
            <a:off x="8810149" y="729539"/>
            <a:ext cx="962177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ECE9E0"/>
                </a:solidFill>
                <a:latin typeface="Archivo ExtraBold"/>
              </a:rPr>
              <a:t>03 / 06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685800" y="1653464"/>
            <a:ext cx="416723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ECE9E0"/>
                </a:solidFill>
                <a:latin typeface="Archivo ExtraBold"/>
              </a:rPr>
              <a:t>02</a:t>
            </a:r>
          </a:p>
        </p:txBody>
      </p:sp>
      <p:sp>
        <p:nvSpPr>
          <p:cNvPr id="6" name="Headline"/>
          <p:cNvSpPr txBox="1"/>
          <p:nvPr/>
        </p:nvSpPr>
        <p:spPr>
          <a:xfrm>
            <a:off x="685800" y="2105787"/>
            <a:ext cx="6677345" cy="176936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5805"/>
              </a:lnSpc>
              <a:spcBef>
                <a:spcPts val="0"/>
              </a:spcBef>
              <a:spcAft>
                <a:spcPts val="0"/>
              </a:spcAft>
            </a:pPr>
            <a:r>
              <a:rPr b="0" sz="6450" i="0" spc="-96">
                <a:solidFill>
                  <a:srgbClr val="ECE9E0"/>
                </a:solidFill>
                <a:latin typeface="Archivo Black"/>
              </a:rPr>
              <a:t>BOOTS ON</a:t>
            </a:r>
          </a:p>
          <a:p>
            <a:pPr algn="l">
              <a:lnSpc>
                <a:spcPts val="5805"/>
              </a:lnSpc>
              <a:spcBef>
                <a:spcPts val="0"/>
              </a:spcBef>
              <a:spcAft>
                <a:spcPts val="0"/>
              </a:spcAft>
            </a:pPr>
            <a:r>
              <a:rPr b="0" sz="6450" i="0" spc="-96">
                <a:solidFill>
                  <a:srgbClr val="ECE9E0"/>
                </a:solidFill>
                <a:latin typeface="Archivo Black"/>
              </a:rPr>
              <a:t>THE GROUND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685800" y="3797541"/>
            <a:ext cx="5401742" cy="10597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76"/>
              </a:lnSpc>
              <a:spcBef>
                <a:spcPts val="0"/>
              </a:spcBef>
              <a:spcAft>
                <a:spcPts val="0"/>
              </a:spcAft>
            </a:pPr>
            <a:r>
              <a:rPr b="0" sz="2850" i="0" spc="-14">
                <a:solidFill>
                  <a:srgbClr val="ECE9E0"/>
                </a:solidFill>
                <a:latin typeface="Archivo Medium"/>
              </a:rPr>
              <a:t>A local crew on your site, doing the work in person.</a:t>
            </a:r>
          </a:p>
        </p:txBody>
      </p:sp>
      <p:sp>
        <p:nvSpPr>
          <p:cNvPr id="8" name="Box"/>
          <p:cNvSpPr/>
          <p:nvPr/>
        </p:nvSpPr>
        <p:spPr>
          <a:xfrm>
            <a:off x="685800" y="6915150"/>
            <a:ext cx="8915400" cy="5334000"/>
          </a:xfrm>
          <a:prstGeom prst="roundRect">
            <a:avLst>
              <a:gd name="adj" fmla="val 3928"/>
            </a:avLst>
          </a:prstGeom>
          <a:solidFill>
            <a:srgbClr val="17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hoto" descr="photo-a1fa86d7f13f45ad.jpg"/>
          <p:cNvPicPr>
            <a:picLocks noChangeAspect="1"/>
          </p:cNvPicPr>
          <p:nvPr/>
        </p:nvPicPr>
        <p:blipFill>
          <a:blip r:embed="rId3"/>
          <a:srcRect l="2966" r="2967"/>
          <a:stretch>
            <a:fillRect/>
          </a:stretch>
        </p:blipFill>
        <p:spPr>
          <a:xfrm>
            <a:off x="685800" y="6915150"/>
            <a:ext cx="8915400" cy="5334000"/>
          </a:xfrm>
          <a:prstGeom prst="roundRect">
            <a:avLst>
              <a:gd name="adj" fmla="val 3928"/>
            </a:avLst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Box"/>
          <p:cNvSpPr/>
          <p:nvPr/>
        </p:nvSpPr>
        <p:spPr>
          <a:xfrm>
            <a:off x="247650" y="247650"/>
            <a:ext cx="9791700" cy="12363450"/>
          </a:xfrm>
          <a:prstGeom prst="roundRect">
            <a:avLst>
              <a:gd name="adj" fmla="val 2918"/>
            </a:avLst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Graphic" descr="logo-5b6b76461041535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857260"/>
            <a:ext cx="2241994" cy="533380"/>
          </a:xfrm>
          <a:prstGeom prst="rect">
            <a:avLst/>
          </a:prstGeom>
        </p:spPr>
      </p:pic>
      <p:sp>
        <p:nvSpPr>
          <p:cNvPr id="5" name="Text"/>
          <p:cNvSpPr txBox="1"/>
          <p:nvPr/>
        </p:nvSpPr>
        <p:spPr>
          <a:xfrm>
            <a:off x="8581263" y="977189"/>
            <a:ext cx="962497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362CFF"/>
                </a:solidFill>
                <a:latin typeface="Archivo ExtraBold"/>
              </a:rPr>
              <a:t>04 / 06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914400" y="1843964"/>
            <a:ext cx="416723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362CFF"/>
                </a:solidFill>
                <a:latin typeface="Archivo ExtraBold"/>
              </a:rPr>
              <a:t>03</a:t>
            </a:r>
          </a:p>
        </p:txBody>
      </p:sp>
      <p:pic>
        <p:nvPicPr>
          <p:cNvPr id="7" name="Graphic" descr="logo-e7f9c86fced3354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7601" y="1866924"/>
            <a:ext cx="1134999" cy="914352"/>
          </a:xfrm>
          <a:prstGeom prst="rect">
            <a:avLst/>
          </a:prstGeom>
        </p:spPr>
      </p:pic>
      <p:sp>
        <p:nvSpPr>
          <p:cNvPr id="8" name="Headline"/>
          <p:cNvSpPr txBox="1"/>
          <p:nvPr/>
        </p:nvSpPr>
        <p:spPr>
          <a:xfrm>
            <a:off x="914400" y="2886837"/>
            <a:ext cx="5078212" cy="176936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5805"/>
              </a:lnSpc>
              <a:spcBef>
                <a:spcPts val="0"/>
              </a:spcBef>
              <a:spcAft>
                <a:spcPts val="0"/>
              </a:spcAft>
            </a:pPr>
            <a:r>
              <a:rPr b="0" sz="6450" i="0" spc="-96">
                <a:solidFill>
                  <a:srgbClr val="171726"/>
                </a:solidFill>
                <a:latin typeface="Archivo Black"/>
              </a:rPr>
              <a:t>ON-TIME</a:t>
            </a:r>
          </a:p>
          <a:p>
            <a:pPr algn="l">
              <a:lnSpc>
                <a:spcPts val="5805"/>
              </a:lnSpc>
              <a:spcBef>
                <a:spcPts val="0"/>
              </a:spcBef>
              <a:spcAft>
                <a:spcPts val="0"/>
              </a:spcAft>
            </a:pPr>
            <a:r>
              <a:rPr b="0" sz="6450" i="0" spc="-96">
                <a:solidFill>
                  <a:srgbClr val="171726"/>
                </a:solidFill>
                <a:latin typeface="Archivo Black"/>
              </a:rPr>
              <a:t>DELIVERY</a:t>
            </a:r>
          </a:p>
        </p:txBody>
      </p:sp>
      <p:sp>
        <p:nvSpPr>
          <p:cNvPr id="9" name="Text"/>
          <p:cNvSpPr txBox="1"/>
          <p:nvPr/>
        </p:nvSpPr>
        <p:spPr>
          <a:xfrm>
            <a:off x="914400" y="4578591"/>
            <a:ext cx="5401742" cy="10597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76"/>
              </a:lnSpc>
              <a:spcBef>
                <a:spcPts val="0"/>
              </a:spcBef>
              <a:spcAft>
                <a:spcPts val="0"/>
              </a:spcAft>
            </a:pPr>
            <a:r>
              <a:rPr b="0" sz="2850" i="0" spc="-14">
                <a:solidFill>
                  <a:srgbClr val="362CFF"/>
                </a:solidFill>
                <a:latin typeface="Archivo Medium"/>
              </a:rPr>
              <a:t>Projects get finished when we say they will be.</a:t>
            </a:r>
          </a:p>
        </p:txBody>
      </p:sp>
      <p:sp>
        <p:nvSpPr>
          <p:cNvPr id="10" name="Box"/>
          <p:cNvSpPr/>
          <p:nvPr/>
        </p:nvSpPr>
        <p:spPr>
          <a:xfrm>
            <a:off x="914400" y="6667500"/>
            <a:ext cx="8458200" cy="5334000"/>
          </a:xfrm>
          <a:prstGeom prst="roundRect">
            <a:avLst>
              <a:gd name="adj" fmla="val 3928"/>
            </a:avLst>
          </a:prstGeom>
          <a:solidFill>
            <a:srgbClr val="17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Photo" descr="photo-1e014d9e184b9e01.jpg"/>
          <p:cNvPicPr>
            <a:picLocks noChangeAspect="1"/>
          </p:cNvPicPr>
          <p:nvPr/>
        </p:nvPicPr>
        <p:blipFill>
          <a:blip r:embed="rId4"/>
          <a:srcRect l="5378" r="5379"/>
          <a:stretch>
            <a:fillRect/>
          </a:stretch>
        </p:blipFill>
        <p:spPr>
          <a:xfrm>
            <a:off x="914400" y="6667500"/>
            <a:ext cx="8458200" cy="5334000"/>
          </a:xfrm>
          <a:prstGeom prst="roundRect">
            <a:avLst>
              <a:gd name="adj" fmla="val 3928"/>
            </a:avLst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Graphic" descr="logo-2b8dc7ca46ed35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09610"/>
            <a:ext cx="2241994" cy="533380"/>
          </a:xfrm>
          <a:prstGeom prst="rect">
            <a:avLst/>
          </a:prstGeom>
        </p:spPr>
      </p:pic>
      <p:sp>
        <p:nvSpPr>
          <p:cNvPr id="4" name="Text"/>
          <p:cNvSpPr txBox="1"/>
          <p:nvPr/>
        </p:nvSpPr>
        <p:spPr>
          <a:xfrm>
            <a:off x="8810149" y="729539"/>
            <a:ext cx="962177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ECE9E0"/>
                </a:solidFill>
                <a:latin typeface="Archivo ExtraBold"/>
              </a:rPr>
              <a:t>05 / 06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685800" y="1653464"/>
            <a:ext cx="417043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ECE9E0"/>
                </a:solidFill>
                <a:latin typeface="Archivo ExtraBold"/>
              </a:rPr>
              <a:t>04</a:t>
            </a:r>
          </a:p>
        </p:txBody>
      </p:sp>
      <p:sp>
        <p:nvSpPr>
          <p:cNvPr id="6" name="Headline"/>
          <p:cNvSpPr txBox="1"/>
          <p:nvPr/>
        </p:nvSpPr>
        <p:spPr>
          <a:xfrm>
            <a:off x="685800" y="2105787"/>
            <a:ext cx="6382802" cy="176936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5805"/>
              </a:lnSpc>
              <a:spcBef>
                <a:spcPts val="0"/>
              </a:spcBef>
              <a:spcAft>
                <a:spcPts val="0"/>
              </a:spcAft>
            </a:pPr>
            <a:r>
              <a:rPr b="0" sz="6450" i="0" spc="-96">
                <a:solidFill>
                  <a:srgbClr val="ECE9E0"/>
                </a:solidFill>
                <a:latin typeface="Archivo Black"/>
              </a:rPr>
              <a:t>CARE FOR</a:t>
            </a:r>
          </a:p>
          <a:p>
            <a:pPr algn="l">
              <a:lnSpc>
                <a:spcPts val="5805"/>
              </a:lnSpc>
              <a:spcBef>
                <a:spcPts val="0"/>
              </a:spcBef>
              <a:spcAft>
                <a:spcPts val="0"/>
              </a:spcAft>
            </a:pPr>
            <a:r>
              <a:rPr b="0" sz="6450" i="0" spc="-96">
                <a:solidFill>
                  <a:srgbClr val="ECE9E0"/>
                </a:solidFill>
                <a:latin typeface="Archivo Black"/>
              </a:rPr>
              <a:t>YOUR SPACE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685800" y="3797541"/>
            <a:ext cx="5401742" cy="10597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76"/>
              </a:lnSpc>
              <a:spcBef>
                <a:spcPts val="0"/>
              </a:spcBef>
              <a:spcAft>
                <a:spcPts val="0"/>
              </a:spcAft>
            </a:pPr>
            <a:r>
              <a:rPr b="0" sz="2850" i="0" spc="-14">
                <a:solidFill>
                  <a:srgbClr val="ECE9E0"/>
                </a:solidFill>
                <a:latin typeface="Archivo Medium"/>
              </a:rPr>
              <a:t>We treat every home and workplace like it matters.</a:t>
            </a:r>
          </a:p>
        </p:txBody>
      </p:sp>
      <p:sp>
        <p:nvSpPr>
          <p:cNvPr id="8" name="Box"/>
          <p:cNvSpPr/>
          <p:nvPr/>
        </p:nvSpPr>
        <p:spPr>
          <a:xfrm>
            <a:off x="685800" y="6915150"/>
            <a:ext cx="8915400" cy="5334000"/>
          </a:xfrm>
          <a:prstGeom prst="roundRect">
            <a:avLst>
              <a:gd name="adj" fmla="val 3928"/>
            </a:avLst>
          </a:prstGeom>
          <a:solidFill>
            <a:srgbClr val="17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hoto" descr="photo-56461a04d4df566c.jpg"/>
          <p:cNvPicPr>
            <a:picLocks noChangeAspect="1"/>
          </p:cNvPicPr>
          <p:nvPr/>
        </p:nvPicPr>
        <p:blipFill>
          <a:blip r:embed="rId3"/>
          <a:srcRect t="26060" b="26060"/>
          <a:stretch>
            <a:fillRect/>
          </a:stretch>
        </p:blipFill>
        <p:spPr>
          <a:xfrm>
            <a:off x="685800" y="6915150"/>
            <a:ext cx="8915400" cy="5334000"/>
          </a:xfrm>
          <a:prstGeom prst="roundRect">
            <a:avLst>
              <a:gd name="adj" fmla="val 3928"/>
            </a:avLst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Box"/>
          <p:cNvSpPr/>
          <p:nvPr/>
        </p:nvSpPr>
        <p:spPr>
          <a:xfrm>
            <a:off x="247650" y="247650"/>
            <a:ext cx="9791700" cy="12363450"/>
          </a:xfrm>
          <a:prstGeom prst="roundRect">
            <a:avLst>
              <a:gd name="adj" fmla="val 2918"/>
            </a:avLst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Graphic" descr="logo-5b6b76461041535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857260"/>
            <a:ext cx="2241994" cy="533380"/>
          </a:xfrm>
          <a:prstGeom prst="rect">
            <a:avLst/>
          </a:prstGeom>
        </p:spPr>
      </p:pic>
      <p:sp>
        <p:nvSpPr>
          <p:cNvPr id="5" name="Text"/>
          <p:cNvSpPr txBox="1"/>
          <p:nvPr/>
        </p:nvSpPr>
        <p:spPr>
          <a:xfrm>
            <a:off x="8581549" y="977189"/>
            <a:ext cx="962177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362CFF"/>
                </a:solidFill>
                <a:latin typeface="Archivo ExtraBold"/>
              </a:rPr>
              <a:t>06 / 06</a:t>
            </a:r>
          </a:p>
        </p:txBody>
      </p:sp>
      <p:sp>
        <p:nvSpPr>
          <p:cNvPr id="6" name="Headline"/>
          <p:cNvSpPr txBox="1"/>
          <p:nvPr/>
        </p:nvSpPr>
        <p:spPr>
          <a:xfrm>
            <a:off x="914400" y="1909953"/>
            <a:ext cx="7151964" cy="244830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5670"/>
              </a:lnSpc>
              <a:spcBef>
                <a:spcPts val="0"/>
              </a:spcBef>
              <a:spcAft>
                <a:spcPts val="0"/>
              </a:spcAft>
            </a:pPr>
            <a:r>
              <a:rPr b="0" sz="6300" i="0" spc="-94">
                <a:solidFill>
                  <a:srgbClr val="171726"/>
                </a:solidFill>
                <a:latin typeface="Archivo Black"/>
              </a:rPr>
              <a:t>SAME PLACES.</a:t>
            </a:r>
          </a:p>
          <a:p>
            <a:pPr algn="l">
              <a:lnSpc>
                <a:spcPts val="5670"/>
              </a:lnSpc>
              <a:spcBef>
                <a:spcPts val="0"/>
              </a:spcBef>
              <a:spcAft>
                <a:spcPts val="0"/>
              </a:spcAft>
            </a:pPr>
            <a:r>
              <a:rPr b="0" sz="6300" i="0" spc="-94">
                <a:solidFill>
                  <a:srgbClr val="171726"/>
                </a:solidFill>
                <a:latin typeface="Archivo Black"/>
              </a:rPr>
              <a:t>DIFFERENT</a:t>
            </a:r>
          </a:p>
          <a:p>
            <a:pPr algn="l">
              <a:lnSpc>
                <a:spcPts val="5670"/>
              </a:lnSpc>
              <a:spcBef>
                <a:spcPts val="0"/>
              </a:spcBef>
              <a:spcAft>
                <a:spcPts val="0"/>
              </a:spcAft>
            </a:pPr>
            <a:r>
              <a:rPr b="0" sz="6300" i="0" spc="-94">
                <a:solidFill>
                  <a:srgbClr val="171726"/>
                </a:solidFill>
                <a:latin typeface="Archivo Black"/>
              </a:rPr>
              <a:t>STANDARD.</a:t>
            </a:r>
          </a:p>
        </p:txBody>
      </p:sp>
      <p:sp>
        <p:nvSpPr>
          <p:cNvPr id="7" name="Box"/>
          <p:cNvSpPr/>
          <p:nvPr/>
        </p:nvSpPr>
        <p:spPr>
          <a:xfrm>
            <a:off x="914400" y="4427030"/>
            <a:ext cx="8458200" cy="1865567"/>
          </a:xfrm>
          <a:prstGeom prst="roundRect">
            <a:avLst>
              <a:gd name="adj" fmla="val 11232"/>
            </a:avLst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Box frame"/>
          <p:cNvSpPr/>
          <p:nvPr/>
        </p:nvSpPr>
        <p:spPr>
          <a:xfrm>
            <a:off x="933450" y="4446080"/>
            <a:ext cx="8420100" cy="1827467"/>
          </a:xfrm>
          <a:prstGeom prst="roundRect">
            <a:avLst>
              <a:gd name="adj" fmla="val 11466"/>
            </a:avLst>
          </a:prstGeom>
          <a:noFill/>
          <a:ln w="38100">
            <a:solidFill>
              <a:srgbClr val="362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Graphic" descr="logo-fe6abd262b8b18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400" y="4883108"/>
            <a:ext cx="1047750" cy="953220"/>
          </a:xfrm>
          <a:prstGeom prst="rect">
            <a:avLst/>
          </a:prstGeom>
        </p:spPr>
      </p:pic>
      <p:sp>
        <p:nvSpPr>
          <p:cNvPr id="10" name="Text"/>
          <p:cNvSpPr txBox="1"/>
          <p:nvPr/>
        </p:nvSpPr>
        <p:spPr>
          <a:xfrm>
            <a:off x="2667000" y="4768786"/>
            <a:ext cx="2740000" cy="115214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6480"/>
              </a:lnSpc>
              <a:spcBef>
                <a:spcPts val="0"/>
              </a:spcBef>
              <a:spcAft>
                <a:spcPts val="0"/>
              </a:spcAft>
            </a:pPr>
            <a:r>
              <a:rPr b="0" sz="7200" i="0" spc="-108">
                <a:solidFill>
                  <a:srgbClr val="362CFF"/>
                </a:solidFill>
                <a:latin typeface="Archivo Black"/>
              </a:rPr>
              <a:t>500+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2667000" y="5600567"/>
            <a:ext cx="2844866" cy="55313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111"/>
              </a:lnSpc>
              <a:spcBef>
                <a:spcPts val="0"/>
              </a:spcBef>
              <a:spcAft>
                <a:spcPts val="0"/>
              </a:spcAft>
            </a:pPr>
            <a:r>
              <a:rPr b="0" sz="2550" i="0" spc="-12">
                <a:solidFill>
                  <a:srgbClr val="362CFF"/>
                </a:solidFill>
                <a:latin typeface="Archivo Medium"/>
              </a:rPr>
              <a:t>spaces improved</a:t>
            </a:r>
          </a:p>
        </p:txBody>
      </p:sp>
      <p:sp>
        <p:nvSpPr>
          <p:cNvPr id="12" name="Box"/>
          <p:cNvSpPr/>
          <p:nvPr/>
        </p:nvSpPr>
        <p:spPr>
          <a:xfrm>
            <a:off x="914400" y="6502146"/>
            <a:ext cx="8458200" cy="1865567"/>
          </a:xfrm>
          <a:prstGeom prst="roundRect">
            <a:avLst>
              <a:gd name="adj" fmla="val 11232"/>
            </a:avLst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Box frame"/>
          <p:cNvSpPr/>
          <p:nvPr/>
        </p:nvSpPr>
        <p:spPr>
          <a:xfrm>
            <a:off x="933450" y="6521196"/>
            <a:ext cx="8420100" cy="1827467"/>
          </a:xfrm>
          <a:prstGeom prst="roundRect">
            <a:avLst>
              <a:gd name="adj" fmla="val 11466"/>
            </a:avLst>
          </a:prstGeom>
          <a:noFill/>
          <a:ln w="38100">
            <a:solidFill>
              <a:srgbClr val="362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4" name="Graphic" descr="logo-daa892c05a4b407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5400" y="7012802"/>
            <a:ext cx="1047750" cy="844065"/>
          </a:xfrm>
          <a:prstGeom prst="rect">
            <a:avLst/>
          </a:prstGeom>
        </p:spPr>
      </p:pic>
      <p:sp>
        <p:nvSpPr>
          <p:cNvPr id="15" name="Text"/>
          <p:cNvSpPr txBox="1"/>
          <p:nvPr/>
        </p:nvSpPr>
        <p:spPr>
          <a:xfrm>
            <a:off x="2667000" y="6843903"/>
            <a:ext cx="2420493" cy="115214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6480"/>
              </a:lnSpc>
              <a:spcBef>
                <a:spcPts val="0"/>
              </a:spcBef>
              <a:spcAft>
                <a:spcPts val="0"/>
              </a:spcAft>
            </a:pPr>
            <a:r>
              <a:rPr b="0" sz="7200" i="0" spc="-108">
                <a:solidFill>
                  <a:srgbClr val="362CFF"/>
                </a:solidFill>
                <a:latin typeface="Archivo Black"/>
              </a:rPr>
              <a:t>98%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2667000" y="7675683"/>
            <a:ext cx="3197763" cy="55313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111"/>
              </a:lnSpc>
              <a:spcBef>
                <a:spcPts val="0"/>
              </a:spcBef>
              <a:spcAft>
                <a:spcPts val="0"/>
              </a:spcAft>
            </a:pPr>
            <a:r>
              <a:rPr b="0" sz="2550" i="0" spc="-12">
                <a:solidFill>
                  <a:srgbClr val="362CFF"/>
                </a:solidFill>
                <a:latin typeface="Archivo Medium"/>
              </a:rPr>
              <a:t>on-time completion</a:t>
            </a:r>
          </a:p>
        </p:txBody>
      </p:sp>
      <p:sp>
        <p:nvSpPr>
          <p:cNvPr id="17" name="Box"/>
          <p:cNvSpPr/>
          <p:nvPr/>
        </p:nvSpPr>
        <p:spPr>
          <a:xfrm>
            <a:off x="914400" y="8577262"/>
            <a:ext cx="8458200" cy="1865567"/>
          </a:xfrm>
          <a:prstGeom prst="roundRect">
            <a:avLst>
              <a:gd name="adj" fmla="val 11232"/>
            </a:avLst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Box frame"/>
          <p:cNvSpPr/>
          <p:nvPr/>
        </p:nvSpPr>
        <p:spPr>
          <a:xfrm>
            <a:off x="933450" y="8596312"/>
            <a:ext cx="8420100" cy="1827467"/>
          </a:xfrm>
          <a:prstGeom prst="roundRect">
            <a:avLst>
              <a:gd name="adj" fmla="val 11466"/>
            </a:avLst>
          </a:prstGeom>
          <a:noFill/>
          <a:ln w="38100">
            <a:solidFill>
              <a:srgbClr val="362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9" name="Graphic" descr="logo-990e85055d07682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2832" y="9014689"/>
            <a:ext cx="992791" cy="990522"/>
          </a:xfrm>
          <a:prstGeom prst="rect">
            <a:avLst/>
          </a:prstGeom>
        </p:spPr>
      </p:pic>
      <p:sp>
        <p:nvSpPr>
          <p:cNvPr id="20" name="Text"/>
          <p:cNvSpPr txBox="1"/>
          <p:nvPr/>
        </p:nvSpPr>
        <p:spPr>
          <a:xfrm>
            <a:off x="2667000" y="8919020"/>
            <a:ext cx="1737421" cy="115214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6480"/>
              </a:lnSpc>
              <a:spcBef>
                <a:spcPts val="0"/>
              </a:spcBef>
              <a:spcAft>
                <a:spcPts val="0"/>
              </a:spcAft>
            </a:pPr>
            <a:r>
              <a:rPr b="0" sz="7200" i="0" spc="-108">
                <a:solidFill>
                  <a:srgbClr val="362CFF"/>
                </a:solidFill>
                <a:latin typeface="Archivo Black"/>
              </a:rPr>
              <a:t>5.0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2667000" y="9750800"/>
            <a:ext cx="2376114" cy="55313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111"/>
              </a:lnSpc>
              <a:spcBef>
                <a:spcPts val="0"/>
              </a:spcBef>
              <a:spcAft>
                <a:spcPts val="0"/>
              </a:spcAft>
            </a:pPr>
            <a:r>
              <a:rPr b="0" sz="2550" i="0" spc="-12">
                <a:solidFill>
                  <a:srgbClr val="362CFF"/>
                </a:solidFill>
                <a:latin typeface="Archivo Medium"/>
              </a:rPr>
              <a:t>average rating</a:t>
            </a:r>
          </a:p>
        </p:txBody>
      </p:sp>
      <p:sp>
        <p:nvSpPr>
          <p:cNvPr id="22" name="Box"/>
          <p:cNvSpPr/>
          <p:nvPr/>
        </p:nvSpPr>
        <p:spPr>
          <a:xfrm>
            <a:off x="914400" y="11296650"/>
            <a:ext cx="3526060" cy="704850"/>
          </a:xfrm>
          <a:prstGeom prst="roundRect">
            <a:avLst>
              <a:gd name="adj" fmla="val 50000"/>
            </a:avLst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"/>
          <p:cNvSpPr txBox="1"/>
          <p:nvPr/>
        </p:nvSpPr>
        <p:spPr>
          <a:xfrm>
            <a:off x="1134128" y="11515725"/>
            <a:ext cx="3086603" cy="4000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i="0">
                <a:solidFill>
                  <a:srgbClr val="ECE9E0"/>
                </a:solidFill>
                <a:latin typeface="Archivo"/>
              </a:rPr>
              <a:t>Get a clear estimate</a:t>
            </a:r>
          </a:p>
        </p:txBody>
      </p:sp>
      <p:sp>
        <p:nvSpPr>
          <p:cNvPr id="24" name="Box frame"/>
          <p:cNvSpPr/>
          <p:nvPr/>
        </p:nvSpPr>
        <p:spPr>
          <a:xfrm>
            <a:off x="4721447" y="11506200"/>
            <a:ext cx="1222343" cy="285750"/>
          </a:xfrm>
          <a:prstGeom prst="roundRect">
            <a:avLst>
              <a:gd name="adj" fmla="val 33333"/>
            </a:avLst>
          </a:prstGeom>
          <a:noFill/>
          <a:ln w="28575">
            <a:solidFill>
              <a:srgbClr val="362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"/>
          <p:cNvSpPr txBox="1"/>
          <p:nvPr/>
        </p:nvSpPr>
        <p:spPr>
          <a:xfrm>
            <a:off x="4869085" y="11545405"/>
            <a:ext cx="1114516" cy="27310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36"/>
              </a:lnSpc>
              <a:spcBef>
                <a:spcPts val="0"/>
              </a:spcBef>
              <a:spcAft>
                <a:spcPts val="0"/>
              </a:spcAft>
            </a:pPr>
            <a:r>
              <a:rPr b="1" sz="1260" i="1" spc="50">
                <a:solidFill>
                  <a:srgbClr val="362CFF"/>
                </a:solidFill>
                <a:latin typeface="Archivo"/>
              </a:rPr>
              <a:t>[TBC: URL]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