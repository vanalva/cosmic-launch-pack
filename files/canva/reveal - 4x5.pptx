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reveal/01-post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68920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AUSTIN, TX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001857" y="643814"/>
            <a:ext cx="186746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REVEAL</a:t>
            </a:r>
          </a:p>
        </p:txBody>
      </p:sp>
      <p:pic>
        <p:nvPicPr>
          <p:cNvPr id="5" name="Graphic" descr="logo-55a7440c186cd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3" y="2343150"/>
            <a:ext cx="8381374" cy="1993964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85800" y="5254942"/>
            <a:ext cx="8864178" cy="2304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MEET THE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NEW COSMIC.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11707749"/>
            <a:ext cx="6268014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Same places. Different standard.</a:t>
            </a:r>
          </a:p>
        </p:txBody>
      </p:sp>
      <p:pic>
        <p:nvPicPr>
          <p:cNvPr id="8" name="Graphic" descr="logo-9e944d580b1be7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136" y="10001250"/>
            <a:ext cx="2429062" cy="2190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