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143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print/05-yard-sign-done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print/06-yard-sign-wip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1430000" cy="85725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59395" y="705612"/>
            <a:ext cx="10511211" cy="19979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6555"/>
              </a:lnSpc>
              <a:spcBef>
                <a:spcPts val="0"/>
              </a:spcBef>
              <a:spcAft>
                <a:spcPts val="0"/>
              </a:spcAft>
            </a:pPr>
            <a:r>
              <a:rPr b="0" sz="6900" i="0" spc="-103">
                <a:solidFill>
                  <a:srgbClr val="ECE9E0"/>
                </a:solidFill>
                <a:latin typeface="Archivo Black"/>
              </a:rPr>
              <a:t>ANOTHER SPACE</a:t>
            </a:r>
          </a:p>
          <a:p>
            <a:pPr algn="ctr">
              <a:lnSpc>
                <a:spcPts val="6555"/>
              </a:lnSpc>
              <a:spcBef>
                <a:spcPts val="0"/>
              </a:spcBef>
              <a:spcAft>
                <a:spcPts val="0"/>
              </a:spcAft>
            </a:pPr>
            <a:r>
              <a:rPr b="0" sz="6900" i="0" spc="-103">
                <a:solidFill>
                  <a:srgbClr val="ECE9E0"/>
                </a:solidFill>
                <a:latin typeface="Archivo Black"/>
              </a:rPr>
              <a:t>DONE PROPERLY BY</a:t>
            </a:r>
          </a:p>
        </p:txBody>
      </p:sp>
      <p:pic>
        <p:nvPicPr>
          <p:cNvPr id="4" name="Graphic" descr="logo-8ca9c3030e6b8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06" y="3702272"/>
            <a:ext cx="9905588" cy="23565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3814060" y="7383247"/>
            <a:ext cx="3801786" cy="7476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205"/>
              </a:lnSpc>
              <a:spcBef>
                <a:spcPts val="0"/>
              </a:spcBef>
              <a:spcAft>
                <a:spcPts val="0"/>
              </a:spcAft>
            </a:pPr>
            <a:r>
              <a:rPr b="0" sz="3450" i="0">
                <a:solidFill>
                  <a:srgbClr val="ECE9E0"/>
                </a:solidFill>
                <a:latin typeface="Archivo ExtraBold"/>
              </a:rPr>
              <a:t>(512) 348-6433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1430000" cy="85725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28600" y="228600"/>
            <a:ext cx="10972800" cy="8115300"/>
          </a:xfrm>
          <a:prstGeom prst="roundRect">
            <a:avLst>
              <a:gd name="adj" fmla="val 352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adline"/>
          <p:cNvSpPr txBox="1"/>
          <p:nvPr/>
        </p:nvSpPr>
        <p:spPr>
          <a:xfrm>
            <a:off x="563880" y="865861"/>
            <a:ext cx="10302240" cy="28602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384"/>
              </a:lnSpc>
              <a:spcBef>
                <a:spcPts val="0"/>
              </a:spcBef>
              <a:spcAft>
                <a:spcPts val="0"/>
              </a:spcAft>
            </a:pPr>
            <a:r>
              <a:rPr b="0" sz="10200" i="0" spc="-153">
                <a:solidFill>
                  <a:srgbClr val="171726"/>
                </a:solidFill>
                <a:latin typeface="Archivo Black"/>
              </a:rPr>
              <a:t>WORK IN PROGRESS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386870" y="3407093"/>
            <a:ext cx="8656259" cy="7920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455"/>
              </a:lnSpc>
              <a:spcBef>
                <a:spcPts val="0"/>
              </a:spcBef>
              <a:spcAft>
                <a:spcPts val="0"/>
              </a:spcAft>
            </a:pPr>
            <a:r>
              <a:rPr b="0" sz="4950" i="0" spc="-74">
                <a:solidFill>
                  <a:srgbClr val="362CFF"/>
                </a:solidFill>
                <a:latin typeface="Archivo Black"/>
              </a:rPr>
              <a:t>COSMIC CREW ON SITE</a:t>
            </a:r>
          </a:p>
        </p:txBody>
      </p:sp>
      <p:pic>
        <p:nvPicPr>
          <p:cNvPr id="6" name="Graphic" descr="logo-7e2961b2296ba1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71" y="4517041"/>
            <a:ext cx="9334258" cy="222065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3895024" y="7277938"/>
            <a:ext cx="3639952" cy="7152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023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>
                <a:solidFill>
                  <a:srgbClr val="171726"/>
                </a:solidFill>
                <a:latin typeface="Archivo ExtraBold"/>
              </a:rPr>
              <a:t>(512) 348-6433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