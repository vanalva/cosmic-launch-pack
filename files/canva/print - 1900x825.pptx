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097500" cy="78581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print/13-envelope-10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8097500" cy="7858125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40d64c665b01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69" y="762000"/>
            <a:ext cx="2562377" cy="60960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57250" y="1562481"/>
            <a:ext cx="2584674" cy="4160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171726"/>
                </a:solidFill>
                <a:latin typeface="Archivo"/>
              </a:rPr>
              <a:t>2301 W Anderson Ln</a:t>
            </a:r>
          </a:p>
        </p:txBody>
      </p:sp>
      <p:sp>
        <p:nvSpPr>
          <p:cNvPr id="5" name="Box frame"/>
          <p:cNvSpPr/>
          <p:nvPr/>
        </p:nvSpPr>
        <p:spPr>
          <a:xfrm>
            <a:off x="3156013" y="1595438"/>
            <a:ext cx="1392269" cy="312706"/>
          </a:xfrm>
          <a:prstGeom prst="roundRect">
            <a:avLst>
              <a:gd name="adj" fmla="val 30459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3303651" y="1633804"/>
            <a:ext cx="1304834" cy="291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0" spc="50">
                <a:solidFill>
                  <a:srgbClr val="171726"/>
                </a:solidFill>
                <a:latin typeface="Archivo"/>
              </a:rPr>
              <a:t>[TBC: SUITE]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857250" y="1960912"/>
            <a:ext cx="2146325" cy="4160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171726"/>
                </a:solidFill>
                <a:latin typeface="Archivo"/>
              </a:rPr>
              <a:t>Austin, TX 78757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