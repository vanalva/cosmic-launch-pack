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9525000" cy="1333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print/08-thank-you-back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print/08-thank-you-front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525000" cy="1333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342900" y="342900"/>
            <a:ext cx="8839200" cy="12649200"/>
          </a:xfrm>
          <a:prstGeom prst="roundRect">
            <a:avLst>
              <a:gd name="adj" fmla="val 323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Headline"/>
          <p:cNvSpPr txBox="1"/>
          <p:nvPr/>
        </p:nvSpPr>
        <p:spPr>
          <a:xfrm>
            <a:off x="1066800" y="1162050"/>
            <a:ext cx="7687056" cy="2914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750"/>
              </a:lnSpc>
              <a:spcBef>
                <a:spcPts val="0"/>
              </a:spcBef>
              <a:spcAft>
                <a:spcPts val="0"/>
              </a:spcAft>
            </a:pPr>
            <a:r>
              <a:rPr b="0" sz="7500" i="0" spc="-112">
                <a:solidFill>
                  <a:srgbClr val="171726"/>
                </a:solidFill>
                <a:latin typeface="Archivo Black"/>
              </a:rPr>
              <a:t>GOOD WORK DESERVES A GOOD WORD.</a:t>
            </a:r>
          </a:p>
        </p:txBody>
      </p:sp>
      <p:pic>
        <p:nvPicPr>
          <p:cNvPr id="5" name="Graphic" descr="logo-7a26d120d9d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4095761"/>
            <a:ext cx="801910" cy="800078"/>
          </a:xfrm>
          <a:prstGeom prst="rect">
            <a:avLst/>
          </a:prstGeom>
        </p:spPr>
      </p:pic>
      <p:pic>
        <p:nvPicPr>
          <p:cNvPr id="6" name="Graphic" descr="logo-7a26d120d9d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960" y="4095761"/>
            <a:ext cx="801910" cy="800078"/>
          </a:xfrm>
          <a:prstGeom prst="rect">
            <a:avLst/>
          </a:prstGeom>
        </p:spPr>
      </p:pic>
      <p:pic>
        <p:nvPicPr>
          <p:cNvPr id="7" name="Graphic" descr="logo-7a26d120d9d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1120" y="4095761"/>
            <a:ext cx="801910" cy="800078"/>
          </a:xfrm>
          <a:prstGeom prst="rect">
            <a:avLst/>
          </a:prstGeom>
        </p:spPr>
      </p:pic>
      <p:pic>
        <p:nvPicPr>
          <p:cNvPr id="8" name="Graphic" descr="logo-7a26d120d9d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4095761"/>
            <a:ext cx="801910" cy="800078"/>
          </a:xfrm>
          <a:prstGeom prst="rect">
            <a:avLst/>
          </a:prstGeom>
        </p:spPr>
      </p:pic>
      <p:pic>
        <p:nvPicPr>
          <p:cNvPr id="9" name="Graphic" descr="logo-7a26d120d9d23c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5344" y="4095761"/>
            <a:ext cx="801910" cy="800078"/>
          </a:xfrm>
          <a:prstGeom prst="rect">
            <a:avLst/>
          </a:prstGeom>
        </p:spPr>
      </p:pic>
      <p:sp>
        <p:nvSpPr>
          <p:cNvPr id="10" name="Text"/>
          <p:cNvSpPr txBox="1"/>
          <p:nvPr/>
        </p:nvSpPr>
        <p:spPr>
          <a:xfrm>
            <a:off x="1066800" y="5258333"/>
            <a:ext cx="7687056" cy="122712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4026"/>
              </a:lnSpc>
              <a:spcBef>
                <a:spcPts val="0"/>
              </a:spcBef>
              <a:spcAft>
                <a:spcPts val="0"/>
              </a:spcAft>
            </a:pPr>
            <a:r>
              <a:rPr b="0" sz="3300" i="0" spc="-16">
                <a:solidFill>
                  <a:srgbClr val="362CFF"/>
                </a:solidFill>
                <a:latin typeface="Archivo Medium"/>
              </a:rPr>
              <a:t>If we've worked together, tell Austin how it went.</a:t>
            </a:r>
          </a:p>
        </p:txBody>
      </p:sp>
      <p:sp>
        <p:nvSpPr>
          <p:cNvPr id="11" name="Box"/>
          <p:cNvSpPr/>
          <p:nvPr/>
        </p:nvSpPr>
        <p:spPr>
          <a:xfrm>
            <a:off x="1066800" y="6718364"/>
            <a:ext cx="3527203" cy="933450"/>
          </a:xfrm>
          <a:prstGeom prst="roundRect">
            <a:avLst>
              <a:gd name="adj" fmla="val 50000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"/>
          <p:cNvSpPr txBox="1"/>
          <p:nvPr/>
        </p:nvSpPr>
        <p:spPr>
          <a:xfrm>
            <a:off x="1371804" y="7009829"/>
            <a:ext cx="2917195" cy="50673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ts val="2850"/>
              </a:lnSpc>
              <a:spcBef>
                <a:spcPts val="0"/>
              </a:spcBef>
              <a:spcAft>
                <a:spcPts val="0"/>
              </a:spcAft>
            </a:pPr>
            <a:r>
              <a:rPr b="1" sz="2850" i="0">
                <a:solidFill>
                  <a:srgbClr val="ECE9E0"/>
                </a:solidFill>
                <a:latin typeface="Archivo"/>
              </a:rPr>
              <a:t>Leave a review</a:t>
            </a:r>
          </a:p>
        </p:txBody>
      </p:sp>
      <p:sp>
        <p:nvSpPr>
          <p:cNvPr id="13" name="Box frame"/>
          <p:cNvSpPr/>
          <p:nvPr/>
        </p:nvSpPr>
        <p:spPr>
          <a:xfrm>
            <a:off x="4817840" y="7037451"/>
            <a:ext cx="2287238" cy="304800"/>
          </a:xfrm>
          <a:prstGeom prst="roundRect">
            <a:avLst>
              <a:gd name="adj" fmla="val 31250"/>
            </a:avLst>
          </a:prstGeom>
          <a:noFill/>
          <a:ln w="28575">
            <a:solidFill>
              <a:srgbClr val="1717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"/>
          <p:cNvSpPr txBox="1"/>
          <p:nvPr/>
        </p:nvSpPr>
        <p:spPr>
          <a:xfrm>
            <a:off x="4965478" y="7069722"/>
            <a:ext cx="2307199" cy="318573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791"/>
              </a:lnSpc>
              <a:spcBef>
                <a:spcPts val="0"/>
              </a:spcBef>
              <a:spcAft>
                <a:spcPts val="0"/>
              </a:spcAft>
            </a:pPr>
            <a:r>
              <a:rPr b="1" sz="1470" i="0" spc="58">
                <a:solidFill>
                  <a:srgbClr val="171726"/>
                </a:solidFill>
                <a:latin typeface="Archivo"/>
              </a:rPr>
              <a:t>[TBC: REVIEW LINK]</a:t>
            </a:r>
          </a:p>
        </p:txBody>
      </p:sp>
      <p:sp>
        <p:nvSpPr>
          <p:cNvPr id="15" name="Box"/>
          <p:cNvSpPr/>
          <p:nvPr/>
        </p:nvSpPr>
        <p:spPr>
          <a:xfrm>
            <a:off x="1066800" y="9498806"/>
            <a:ext cx="7391400" cy="2826544"/>
          </a:xfrm>
          <a:prstGeom prst="roundRect">
            <a:avLst>
              <a:gd name="adj" fmla="val 7413"/>
            </a:avLst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Box frame"/>
          <p:cNvSpPr/>
          <p:nvPr/>
        </p:nvSpPr>
        <p:spPr>
          <a:xfrm>
            <a:off x="1085850" y="9517856"/>
            <a:ext cx="7353300" cy="2788444"/>
          </a:xfrm>
          <a:prstGeom prst="roundRect">
            <a:avLst>
              <a:gd name="adj" fmla="val 7514"/>
            </a:avLst>
          </a:prstGeom>
          <a:noFill/>
          <a:ln w="38100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"/>
          <p:cNvSpPr txBox="1"/>
          <p:nvPr/>
        </p:nvSpPr>
        <p:spPr>
          <a:xfrm>
            <a:off x="1485900" y="9837820"/>
            <a:ext cx="1494191" cy="39018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94"/>
              </a:lnSpc>
              <a:spcBef>
                <a:spcPts val="0"/>
              </a:spcBef>
              <a:spcAft>
                <a:spcPts val="0"/>
              </a:spcAft>
            </a:pPr>
            <a:r>
              <a:rPr b="0" sz="1800" i="1" spc="72">
                <a:solidFill>
                  <a:srgbClr val="ECE9E0"/>
                </a:solidFill>
                <a:latin typeface="Archivo ExtraBold"/>
              </a:rPr>
              <a:t>THE CLUB</a:t>
            </a:r>
          </a:p>
        </p:txBody>
      </p:sp>
      <p:sp>
        <p:nvSpPr>
          <p:cNvPr id="18" name="Text"/>
          <p:cNvSpPr txBox="1"/>
          <p:nvPr/>
        </p:nvSpPr>
        <p:spPr>
          <a:xfrm>
            <a:off x="1485900" y="10239851"/>
            <a:ext cx="6815328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300"/>
              </a:lnSpc>
              <a:spcBef>
                <a:spcPts val="0"/>
              </a:spcBef>
              <a:spcAft>
                <a:spcPts val="0"/>
              </a:spcAft>
            </a:pPr>
            <a:r>
              <a:rPr b="0" sz="3000" i="0">
                <a:solidFill>
                  <a:srgbClr val="ECE9E0"/>
                </a:solidFill>
                <a:latin typeface="Archivo ExtraBold"/>
              </a:rPr>
              <a:t>Know someone who'd like it done properly?</a:t>
            </a:r>
          </a:p>
        </p:txBody>
      </p:sp>
      <p:sp>
        <p:nvSpPr>
          <p:cNvPr id="19" name="Text"/>
          <p:cNvSpPr txBox="1"/>
          <p:nvPr/>
        </p:nvSpPr>
        <p:spPr>
          <a:xfrm>
            <a:off x="1485900" y="11194256"/>
            <a:ext cx="5728960" cy="500062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812"/>
              </a:lnSpc>
              <a:spcBef>
                <a:spcPts val="0"/>
              </a:spcBef>
              <a:spcAft>
                <a:spcPts val="0"/>
              </a:spcAft>
            </a:pPr>
            <a:r>
              <a:rPr b="0" sz="2250" i="0">
                <a:solidFill>
                  <a:srgbClr val="ECE9E0"/>
                </a:solidFill>
                <a:latin typeface="Archivo Medium"/>
              </a:rPr>
              <a:t>Refer good people, earn Cosmic Credit.</a:t>
            </a:r>
          </a:p>
        </p:txBody>
      </p:sp>
      <p:sp>
        <p:nvSpPr>
          <p:cNvPr id="20" name="Box frame"/>
          <p:cNvSpPr/>
          <p:nvPr/>
        </p:nvSpPr>
        <p:spPr>
          <a:xfrm>
            <a:off x="1500188" y="11594306"/>
            <a:ext cx="1746980" cy="354806"/>
          </a:xfrm>
          <a:prstGeom prst="roundRect">
            <a:avLst>
              <a:gd name="adj" fmla="val 26845"/>
            </a:avLst>
          </a:prstGeom>
          <a:noFill/>
          <a:ln w="28575">
            <a:solidFill>
              <a:srgbClr val="ECE9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"/>
          <p:cNvSpPr txBox="1"/>
          <p:nvPr/>
        </p:nvSpPr>
        <p:spPr>
          <a:xfrm>
            <a:off x="1647825" y="11637169"/>
            <a:ext cx="1702110" cy="350044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968"/>
              </a:lnSpc>
              <a:spcBef>
                <a:spcPts val="0"/>
              </a:spcBef>
              <a:spcAft>
                <a:spcPts val="0"/>
              </a:spcAft>
            </a:pPr>
            <a:r>
              <a:rPr b="1" sz="1575" i="0" spc="63">
                <a:solidFill>
                  <a:srgbClr val="ECE9E0"/>
                </a:solidFill>
                <a:latin typeface="Archivo"/>
              </a:rPr>
              <a:t>[TBC: OFFER]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9525000" cy="13335000"/>
          </a:xfrm>
          <a:prstGeom prst="rect">
            <a:avLst/>
          </a:prstGeom>
          <a:solidFill>
            <a:srgbClr val="362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Box"/>
          <p:cNvSpPr/>
          <p:nvPr/>
        </p:nvSpPr>
        <p:spPr>
          <a:xfrm>
            <a:off x="342900" y="342900"/>
            <a:ext cx="8839200" cy="12649200"/>
          </a:xfrm>
          <a:prstGeom prst="roundRect">
            <a:avLst>
              <a:gd name="adj" fmla="val 3232"/>
            </a:avLst>
          </a:prstGeom>
          <a:solidFill>
            <a:srgbClr val="ECE9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Graphic" descr="logo-240d64c665b01f6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19" y="1066800"/>
            <a:ext cx="2562377" cy="609600"/>
          </a:xfrm>
          <a:prstGeom prst="rect">
            <a:avLst/>
          </a:prstGeom>
        </p:spPr>
      </p:pic>
      <p:sp>
        <p:nvSpPr>
          <p:cNvPr id="5" name="Headline"/>
          <p:cNvSpPr txBox="1"/>
          <p:nvPr/>
        </p:nvSpPr>
        <p:spPr>
          <a:xfrm>
            <a:off x="1066800" y="3022092"/>
            <a:ext cx="7687056" cy="36210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880"/>
              </a:lnSpc>
              <a:spcBef>
                <a:spcPts val="0"/>
              </a:spcBef>
              <a:spcAft>
                <a:spcPts val="0"/>
              </a:spcAft>
            </a:pPr>
            <a:r>
              <a:rPr b="0" sz="13200" i="0" spc="-198">
                <a:solidFill>
                  <a:srgbClr val="171726"/>
                </a:solidFill>
                <a:latin typeface="Archivo Black"/>
              </a:rPr>
              <a:t>THANK YOU.</a:t>
            </a:r>
          </a:p>
        </p:txBody>
      </p:sp>
      <p:pic>
        <p:nvPicPr>
          <p:cNvPr id="6" name="Graphic" descr="logo-b0a12c7a820c854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897" y="9576911"/>
            <a:ext cx="3871908" cy="2748439"/>
          </a:xfrm>
          <a:prstGeom prst="rect">
            <a:avLst/>
          </a:prstGeom>
        </p:spPr>
      </p:pic>
      <p:pic>
        <p:nvPicPr>
          <p:cNvPr id="7" name="Graphic" descr="logo-ba94915dce48f5a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8903" y="9576959"/>
            <a:ext cx="3519297" cy="23811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