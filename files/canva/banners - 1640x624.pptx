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621000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banners/01-facebook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5621000" cy="59436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58ae334be5cc32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73" y="1249680"/>
            <a:ext cx="5124754" cy="121920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762000" y="2878455"/>
            <a:ext cx="5349240" cy="1457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b="0" sz="3750" i="0" spc="-56">
                <a:solidFill>
                  <a:srgbClr val="ECE9E0"/>
                </a:solidFill>
                <a:latin typeface="Archivo Black"/>
              </a:rPr>
              <a:t>PROPERTY SERVICES.</a:t>
            </a:r>
          </a:p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b="0" sz="3750" i="0" spc="-56">
                <a:solidFill>
                  <a:srgbClr val="ECE9E0"/>
                </a:solidFill>
                <a:latin typeface="Archivo Black"/>
              </a:rPr>
              <a:t>DONE PROPERLY.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62000" y="4333113"/>
            <a:ext cx="3445474" cy="4880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0" spc="-11">
                <a:solidFill>
                  <a:srgbClr val="ECE9E0"/>
                </a:solidFill>
                <a:latin typeface="Archivo Medium"/>
              </a:rPr>
              <a:t>Owner-led. Austin-built.</a:t>
            </a:r>
          </a:p>
        </p:txBody>
      </p:sp>
      <p:pic>
        <p:nvPicPr>
          <p:cNvPr id="6" name="Graphic" descr="logo-e3fe43d6dd803c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793" y="2038365"/>
            <a:ext cx="8797957" cy="3905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