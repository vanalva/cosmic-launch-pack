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banners/05-web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8288000" cy="5715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536c2a8286433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838022"/>
            <a:ext cx="4403979" cy="1047725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1047750" y="2312860"/>
            <a:ext cx="8915400" cy="2273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265"/>
              </a:lnSpc>
              <a:spcBef>
                <a:spcPts val="0"/>
              </a:spcBef>
              <a:spcAft>
                <a:spcPts val="0"/>
              </a:spcAft>
            </a:pPr>
            <a:r>
              <a:rPr b="0" sz="5850" i="0" spc="-87">
                <a:solidFill>
                  <a:srgbClr val="ECE9E0"/>
                </a:solidFill>
                <a:latin typeface="Archivo Black"/>
              </a:rPr>
              <a:t>PROPERTY SERVICES.</a:t>
            </a:r>
          </a:p>
          <a:p>
            <a:pPr algn="l">
              <a:lnSpc>
                <a:spcPts val="5265"/>
              </a:lnSpc>
              <a:spcBef>
                <a:spcPts val="0"/>
              </a:spcBef>
              <a:spcAft>
                <a:spcPts val="0"/>
              </a:spcAft>
            </a:pPr>
            <a:r>
              <a:rPr b="0" sz="5850" i="0" spc="-87">
                <a:solidFill>
                  <a:srgbClr val="ECE9E0"/>
                </a:solidFill>
                <a:latin typeface="Archivo Black"/>
              </a:rPr>
              <a:t>DONE PROPERLY.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47750" y="4470711"/>
            <a:ext cx="2978749" cy="5531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11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12">
                <a:solidFill>
                  <a:srgbClr val="ECE9E0"/>
                </a:solidFill>
                <a:latin typeface="Archivo Medium"/>
              </a:rPr>
              <a:t>We care, it shows.</a:t>
            </a:r>
          </a:p>
        </p:txBody>
      </p:sp>
      <p:sp>
        <p:nvSpPr>
          <p:cNvPr id="6" name="Box"/>
          <p:cNvSpPr/>
          <p:nvPr/>
        </p:nvSpPr>
        <p:spPr>
          <a:xfrm>
            <a:off x="13620750" y="571500"/>
            <a:ext cx="4000500" cy="4572000"/>
          </a:xfrm>
          <a:prstGeom prst="roundRect">
            <a:avLst>
              <a:gd name="adj" fmla="val 5238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hoto" descr="photo-a1fa86d7f13f45ad.jpg"/>
          <p:cNvPicPr>
            <a:picLocks noChangeAspect="1"/>
          </p:cNvPicPr>
          <p:nvPr/>
        </p:nvPicPr>
        <p:blipFill>
          <a:blip r:embed="rId3"/>
          <a:srcRect l="15226" r="35529"/>
          <a:stretch>
            <a:fillRect/>
          </a:stretch>
        </p:blipFill>
        <p:spPr>
          <a:xfrm>
            <a:off x="13620750" y="571500"/>
            <a:ext cx="4000500" cy="4572000"/>
          </a:xfrm>
          <a:prstGeom prst="roundRect">
            <a:avLst>
              <a:gd name="adj" fmla="val 5238"/>
            </a:avLst>
          </a:prstGeom>
        </p:spPr>
      </p:pic>
      <p:sp>
        <p:nvSpPr>
          <p:cNvPr id="8" name="Box"/>
          <p:cNvSpPr/>
          <p:nvPr/>
        </p:nvSpPr>
        <p:spPr>
          <a:xfrm>
            <a:off x="9715500" y="1428750"/>
            <a:ext cx="3619500" cy="3714750"/>
          </a:xfrm>
          <a:prstGeom prst="roundRect">
            <a:avLst>
              <a:gd name="adj" fmla="val 5789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hoto" descr="photo-199eae3950d051fd.jpg"/>
          <p:cNvPicPr>
            <a:picLocks noChangeAspect="1"/>
          </p:cNvPicPr>
          <p:nvPr/>
        </p:nvPicPr>
        <p:blipFill>
          <a:blip r:embed="rId4"/>
          <a:srcRect l="10769" r="16154"/>
          <a:stretch>
            <a:fillRect/>
          </a:stretch>
        </p:blipFill>
        <p:spPr>
          <a:xfrm>
            <a:off x="9715500" y="1428750"/>
            <a:ext cx="3619500" cy="3714750"/>
          </a:xfrm>
          <a:prstGeom prst="roundRect">
            <a:avLst>
              <a:gd name="adj" fmla="val 5789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