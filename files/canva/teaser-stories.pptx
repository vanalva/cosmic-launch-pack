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teaser-stories/01-new-guy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teaser-stories/02-guess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teaser-stories/03-soon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teaser-stories/04-notifications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71550" y="260596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AUSTIN, TX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71550" y="3429762"/>
            <a:ext cx="9087460" cy="5129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80"/>
              </a:lnSpc>
              <a:spcBef>
                <a:spcPts val="0"/>
              </a:spcBef>
              <a:spcAft>
                <a:spcPts val="0"/>
              </a:spcAft>
            </a:pPr>
            <a:r>
              <a:rPr b="0" sz="10200" i="0" spc="-153">
                <a:solidFill>
                  <a:srgbClr val="171726"/>
                </a:solidFill>
                <a:latin typeface="Archivo Black"/>
              </a:rPr>
              <a:t>WHO IS</a:t>
            </a:r>
          </a:p>
          <a:p>
            <a:pPr algn="l">
              <a:lnSpc>
                <a:spcPts val="9180"/>
              </a:lnSpc>
              <a:spcBef>
                <a:spcPts val="0"/>
              </a:spcBef>
              <a:spcAft>
                <a:spcPts val="0"/>
              </a:spcAft>
            </a:pPr>
            <a:r>
              <a:rPr b="0" sz="10200" i="0" spc="-153">
                <a:solidFill>
                  <a:srgbClr val="171726"/>
                </a:solidFill>
                <a:latin typeface="Archivo Black"/>
              </a:rPr>
              <a:t>THE NEW</a:t>
            </a:r>
          </a:p>
          <a:p>
            <a:pPr algn="l">
              <a:lnSpc>
                <a:spcPts val="9180"/>
              </a:lnSpc>
              <a:spcBef>
                <a:spcPts val="0"/>
              </a:spcBef>
              <a:spcAft>
                <a:spcPts val="0"/>
              </a:spcAft>
            </a:pPr>
            <a:r>
              <a:rPr b="0" sz="10200" i="0" spc="-153">
                <a:solidFill>
                  <a:srgbClr val="171726"/>
                </a:solidFill>
                <a:latin typeface="Archivo Black"/>
              </a:rPr>
              <a:t>GUY ON</a:t>
            </a:r>
          </a:p>
          <a:p>
            <a:pPr algn="l">
              <a:lnSpc>
                <a:spcPts val="9180"/>
              </a:lnSpc>
              <a:spcBef>
                <a:spcPts val="0"/>
              </a:spcBef>
              <a:spcAft>
                <a:spcPts val="0"/>
              </a:spcAft>
            </a:pPr>
            <a:r>
              <a:rPr b="0" sz="10200" i="0" spc="-153">
                <a:solidFill>
                  <a:srgbClr val="171726"/>
                </a:solidFill>
                <a:latin typeface="Archivo Black"/>
              </a:rPr>
              <a:t>THE CREW?</a:t>
            </a:r>
          </a:p>
        </p:txBody>
      </p:sp>
      <p:pic>
        <p:nvPicPr>
          <p:cNvPr id="6" name="Graphic" descr="logo-54b0d5b623c91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072" y="12668250"/>
            <a:ext cx="81869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723900" y="23583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AUSTIN, TX</a:t>
            </a:r>
          </a:p>
        </p:txBody>
      </p:sp>
      <p:sp>
        <p:nvSpPr>
          <p:cNvPr id="4" name="Headline"/>
          <p:cNvSpPr txBox="1"/>
          <p:nvPr/>
        </p:nvSpPr>
        <p:spPr>
          <a:xfrm>
            <a:off x="723900" y="3192780"/>
            <a:ext cx="9467560" cy="40805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GUESS</a:t>
            </a:r>
          </a:p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WHAT IS</a:t>
            </a:r>
          </a:p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CHANGING.</a:t>
            </a:r>
          </a:p>
        </p:txBody>
      </p:sp>
      <p:sp>
        <p:nvSpPr>
          <p:cNvPr id="5" name="Box"/>
          <p:cNvSpPr/>
          <p:nvPr/>
        </p:nvSpPr>
        <p:spPr>
          <a:xfrm>
            <a:off x="723900" y="11222546"/>
            <a:ext cx="8839200" cy="1110520"/>
          </a:xfrm>
          <a:prstGeom prst="roundRect">
            <a:avLst>
              <a:gd name="adj" fmla="val 1543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Box frame"/>
          <p:cNvSpPr/>
          <p:nvPr/>
        </p:nvSpPr>
        <p:spPr>
          <a:xfrm>
            <a:off x="742950" y="11241596"/>
            <a:ext cx="8801100" cy="1072420"/>
          </a:xfrm>
          <a:prstGeom prst="roundRect">
            <a:avLst>
              <a:gd name="adj" fmla="val 15987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104900" y="11576114"/>
            <a:ext cx="3858859" cy="6480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362CFF"/>
                </a:solidFill>
                <a:latin typeface="Archivo Black"/>
              </a:rPr>
              <a:t>A THE LOOK</a:t>
            </a:r>
          </a:p>
        </p:txBody>
      </p:sp>
      <p:sp>
        <p:nvSpPr>
          <p:cNvPr id="8" name="Box"/>
          <p:cNvSpPr/>
          <p:nvPr/>
        </p:nvSpPr>
        <p:spPr>
          <a:xfrm>
            <a:off x="723900" y="12580715"/>
            <a:ext cx="8839200" cy="1110520"/>
          </a:xfrm>
          <a:prstGeom prst="roundRect">
            <a:avLst>
              <a:gd name="adj" fmla="val 1543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ox frame"/>
          <p:cNvSpPr/>
          <p:nvPr/>
        </p:nvSpPr>
        <p:spPr>
          <a:xfrm>
            <a:off x="742950" y="12599765"/>
            <a:ext cx="8801100" cy="1072420"/>
          </a:xfrm>
          <a:prstGeom prst="roundRect">
            <a:avLst>
              <a:gd name="adj" fmla="val 15987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104900" y="12934283"/>
            <a:ext cx="3940470" cy="6480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362CFF"/>
                </a:solidFill>
                <a:latin typeface="Archivo Black"/>
              </a:rPr>
              <a:t>B THE CREW</a:t>
            </a:r>
          </a:p>
        </p:txBody>
      </p:sp>
      <p:sp>
        <p:nvSpPr>
          <p:cNvPr id="11" name="Box"/>
          <p:cNvSpPr/>
          <p:nvPr/>
        </p:nvSpPr>
        <p:spPr>
          <a:xfrm>
            <a:off x="723900" y="13938980"/>
            <a:ext cx="8839200" cy="1110520"/>
          </a:xfrm>
          <a:prstGeom prst="roundRect">
            <a:avLst>
              <a:gd name="adj" fmla="val 1543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Box frame"/>
          <p:cNvSpPr/>
          <p:nvPr/>
        </p:nvSpPr>
        <p:spPr>
          <a:xfrm>
            <a:off x="742950" y="13958030"/>
            <a:ext cx="8801100" cy="1072420"/>
          </a:xfrm>
          <a:prstGeom prst="roundRect">
            <a:avLst>
              <a:gd name="adj" fmla="val 15987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104900" y="14292548"/>
            <a:ext cx="5512719" cy="6480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362CFF"/>
                </a:solidFill>
                <a:latin typeface="Archivo Black"/>
              </a:rPr>
              <a:t>C THE STANDARD</a:t>
            </a:r>
          </a:p>
        </p:txBody>
      </p:sp>
      <p:pic>
        <p:nvPicPr>
          <p:cNvPr id="14" name="Graphic" descr="logo-ef14ebf3c7a627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909" y="7048591"/>
            <a:ext cx="3050191" cy="32383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723900" y="23583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FDBA31"/>
                </a:solidFill>
                <a:latin typeface="Archivo ExtraBold"/>
              </a:rPr>
              <a:t>AUSTIN, TX</a:t>
            </a:r>
          </a:p>
        </p:txBody>
      </p:sp>
      <p:sp>
        <p:nvSpPr>
          <p:cNvPr id="4" name="Headline"/>
          <p:cNvSpPr txBox="1"/>
          <p:nvPr/>
        </p:nvSpPr>
        <p:spPr>
          <a:xfrm>
            <a:off x="723900" y="3356229"/>
            <a:ext cx="9800082" cy="31443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85"/>
              </a:lnSpc>
              <a:spcBef>
                <a:spcPts val="0"/>
              </a:spcBef>
              <a:spcAft>
                <a:spcPts val="0"/>
              </a:spcAft>
            </a:pPr>
            <a:r>
              <a:rPr b="0" sz="19650" i="0" spc="-294">
                <a:solidFill>
                  <a:srgbClr val="ECE9E0"/>
                </a:solidFill>
                <a:latin typeface="Archivo Black"/>
              </a:rPr>
              <a:t>SOON.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23900" y="5712714"/>
            <a:ext cx="3184185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Something cosmic is coming.</a:t>
            </a:r>
          </a:p>
        </p:txBody>
      </p:sp>
      <p:sp>
        <p:nvSpPr>
          <p:cNvPr id="6" name="Box frame"/>
          <p:cNvSpPr/>
          <p:nvPr/>
        </p:nvSpPr>
        <p:spPr>
          <a:xfrm>
            <a:off x="738188" y="14939962"/>
            <a:ext cx="2089594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885825" y="14979167"/>
            <a:ext cx="2085838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ECE9E0"/>
                </a:solidFill>
                <a:latin typeface="Archivo"/>
              </a:rPr>
              <a:t>[TBC: LAUNCH DATE]</a:t>
            </a:r>
          </a:p>
        </p:txBody>
      </p:sp>
      <p:pic>
        <p:nvPicPr>
          <p:cNvPr id="8" name="Graphic" descr="logo-8da8bf4ee1033f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183" y="7239058"/>
            <a:ext cx="6822567" cy="6095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71550" y="260596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AUSTIN, TX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71550" y="3407664"/>
            <a:ext cx="8733815" cy="18928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209"/>
              </a:lnSpc>
              <a:spcBef>
                <a:spcPts val="0"/>
              </a:spcBef>
              <a:spcAft>
                <a:spcPts val="0"/>
              </a:spcAft>
            </a:pPr>
            <a:r>
              <a:rPr b="0" sz="6900" i="0" spc="-103">
                <a:solidFill>
                  <a:srgbClr val="171726"/>
                </a:solidFill>
                <a:latin typeface="Archivo Black"/>
              </a:rPr>
              <a:t>TURN ON</a:t>
            </a:r>
          </a:p>
          <a:p>
            <a:pPr algn="l">
              <a:lnSpc>
                <a:spcPts val="6209"/>
              </a:lnSpc>
              <a:spcBef>
                <a:spcPts val="0"/>
              </a:spcBef>
              <a:spcAft>
                <a:spcPts val="0"/>
              </a:spcAft>
            </a:pPr>
            <a:r>
              <a:rPr b="0" sz="6900" i="0" spc="-103">
                <a:solidFill>
                  <a:srgbClr val="171726"/>
                </a:solidFill>
                <a:latin typeface="Archivo Black"/>
              </a:rPr>
              <a:t>NOTIFICATIONS.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71550" y="5291614"/>
            <a:ext cx="3639068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You will want to see the reveal first.</a:t>
            </a:r>
          </a:p>
        </p:txBody>
      </p:sp>
      <p:pic>
        <p:nvPicPr>
          <p:cNvPr id="7" name="Graphic" descr="logo-a9b028ecdd08ef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895" y="10229914"/>
            <a:ext cx="5069205" cy="45718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