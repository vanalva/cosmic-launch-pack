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0287000" cy="1828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reveal/02-story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ackground"/>
          <p:cNvSpPr/>
          <p:nvPr/>
        </p:nvSpPr>
        <p:spPr>
          <a:xfrm>
            <a:off x="0" y="0"/>
            <a:ext cx="10287000" cy="18288000"/>
          </a:xfrm>
          <a:prstGeom prst="rect">
            <a:avLst/>
          </a:prstGeom>
          <a:solidFill>
            <a:srgbClr val="362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Box"/>
          <p:cNvSpPr/>
          <p:nvPr/>
        </p:nvSpPr>
        <p:spPr>
          <a:xfrm>
            <a:off x="247650" y="247650"/>
            <a:ext cx="9791700" cy="17792700"/>
          </a:xfrm>
          <a:prstGeom prst="roundRect">
            <a:avLst>
              <a:gd name="adj" fmla="val 2918"/>
            </a:avLst>
          </a:prstGeom>
          <a:solidFill>
            <a:srgbClr val="ECE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4" name="Graphic" descr="logo-24d52712c5b2477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143" y="2628900"/>
            <a:ext cx="7238714" cy="1722120"/>
          </a:xfrm>
          <a:prstGeom prst="rect">
            <a:avLst/>
          </a:prstGeom>
        </p:spPr>
      </p:pic>
      <p:sp>
        <p:nvSpPr>
          <p:cNvPr id="5" name="Headline"/>
          <p:cNvSpPr txBox="1"/>
          <p:nvPr/>
        </p:nvSpPr>
        <p:spPr>
          <a:xfrm>
            <a:off x="1025221" y="5361813"/>
            <a:ext cx="8236367" cy="213969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7019"/>
              </a:lnSpc>
              <a:spcBef>
                <a:spcPts val="0"/>
              </a:spcBef>
              <a:spcAft>
                <a:spcPts val="0"/>
              </a:spcAft>
            </a:pPr>
            <a:r>
              <a:rPr b="0" sz="7800" i="0" spc="-117">
                <a:solidFill>
                  <a:srgbClr val="171726"/>
                </a:solidFill>
                <a:latin typeface="Archivo Black"/>
              </a:rPr>
              <a:t>MEET THE</a:t>
            </a:r>
          </a:p>
          <a:p>
            <a:pPr algn="ctr">
              <a:lnSpc>
                <a:spcPts val="7019"/>
              </a:lnSpc>
              <a:spcBef>
                <a:spcPts val="0"/>
              </a:spcBef>
              <a:spcAft>
                <a:spcPts val="0"/>
              </a:spcAft>
            </a:pPr>
            <a:r>
              <a:rPr b="0" sz="7800" i="0" spc="-117">
                <a:solidFill>
                  <a:srgbClr val="171726"/>
                </a:solidFill>
                <a:latin typeface="Archivo Black"/>
              </a:rPr>
              <a:t>NEW COSMIC.</a:t>
            </a:r>
          </a:p>
        </p:txBody>
      </p:sp>
      <p:sp>
        <p:nvSpPr>
          <p:cNvPr id="6" name="Text"/>
          <p:cNvSpPr txBox="1"/>
          <p:nvPr/>
        </p:nvSpPr>
        <p:spPr>
          <a:xfrm>
            <a:off x="1191216" y="7913637"/>
            <a:ext cx="7904378" cy="277611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9108"/>
              </a:lnSpc>
              <a:spcBef>
                <a:spcPts val="0"/>
              </a:spcBef>
              <a:spcAft>
                <a:spcPts val="0"/>
              </a:spcAft>
            </a:pPr>
            <a:r>
              <a:rPr b="0" sz="9900" i="0" spc="-148">
                <a:solidFill>
                  <a:srgbClr val="171726"/>
                </a:solidFill>
                <a:latin typeface="Archivo Black"/>
              </a:rPr>
              <a:t>WE CARE,</a:t>
            </a:r>
          </a:p>
          <a:p>
            <a:pPr algn="ctr">
              <a:lnSpc>
                <a:spcPts val="9108"/>
              </a:lnSpc>
              <a:spcBef>
                <a:spcPts val="0"/>
              </a:spcBef>
              <a:spcAft>
                <a:spcPts val="0"/>
              </a:spcAft>
            </a:pPr>
            <a:r>
              <a:rPr b="0" sz="9900" i="0" spc="-148">
                <a:solidFill>
                  <a:srgbClr val="362CFF"/>
                </a:solidFill>
                <a:latin typeface="Archivo Black"/>
              </a:rPr>
              <a:t>IT SHOWS.</a:t>
            </a:r>
          </a:p>
        </p:txBody>
      </p:sp>
      <p:pic>
        <p:nvPicPr>
          <p:cNvPr id="7" name="Graphic" descr="logo-a0b0b6e99066359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70566" y="11019104"/>
            <a:ext cx="2745867" cy="2476474"/>
          </a:xfrm>
          <a:prstGeom prst="rect">
            <a:avLst/>
          </a:prstGeom>
        </p:spPr>
      </p:pic>
      <p:sp>
        <p:nvSpPr>
          <p:cNvPr id="8" name="Text"/>
          <p:cNvSpPr txBox="1"/>
          <p:nvPr/>
        </p:nvSpPr>
        <p:spPr>
          <a:xfrm>
            <a:off x="2009541" y="14508099"/>
            <a:ext cx="6268014" cy="65074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3659"/>
              </a:lnSpc>
              <a:spcBef>
                <a:spcPts val="0"/>
              </a:spcBef>
              <a:spcAft>
                <a:spcPts val="0"/>
              </a:spcAft>
            </a:pPr>
            <a:r>
              <a:rPr b="0" sz="3000" i="0" spc="-15">
                <a:solidFill>
                  <a:srgbClr val="362CFF"/>
                </a:solidFill>
                <a:latin typeface="Archivo Medium"/>
              </a:rPr>
              <a:t>Same places. Different standard.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