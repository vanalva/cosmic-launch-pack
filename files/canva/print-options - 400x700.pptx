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3810000" cy="666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print-options/D-back-carlos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print-options/D-back-roberto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print-options/D-front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810000" cy="66675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7b0e107191fa7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63" y="476250"/>
            <a:ext cx="1428125" cy="339757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476250" y="1500664"/>
            <a:ext cx="2854681" cy="5520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171726"/>
                </a:solidFill>
                <a:latin typeface="Archivo Black"/>
              </a:rPr>
              <a:t>CARLOS R.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476250" y="1952054"/>
            <a:ext cx="2605049" cy="5520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171726"/>
                </a:solidFill>
                <a:latin typeface="Archivo Black"/>
              </a:rPr>
              <a:t>ESTRADA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485282"/>
            <a:ext cx="1600551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1" spc="57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5424221"/>
            <a:ext cx="1553505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1" sz="1425" i="0">
                <a:solidFill>
                  <a:srgbClr val="171726"/>
                </a:solidFill>
                <a:latin typeface="Archivo"/>
              </a:rPr>
              <a:t>(512) 348-6433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6250" y="5700446"/>
            <a:ext cx="2785872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1" sz="1425" i="0">
                <a:solidFill>
                  <a:srgbClr val="171726"/>
                </a:solidFill>
                <a:latin typeface="Archivo"/>
              </a:rPr>
              <a:t>carlos@choosecosmic.com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76250" y="5976671"/>
            <a:ext cx="1981078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1" sz="1425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810000" cy="66675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7b0e107191fa7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63" y="476250"/>
            <a:ext cx="1428125" cy="339757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476250" y="1500664"/>
            <a:ext cx="2676738" cy="5520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171726"/>
                </a:solidFill>
                <a:latin typeface="Archivo Black"/>
              </a:rPr>
              <a:t>ROBERTO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476250" y="1952054"/>
            <a:ext cx="2905887" cy="5520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171726"/>
                </a:solidFill>
                <a:latin typeface="Archivo Black"/>
              </a:rPr>
              <a:t>MARTÍNEZ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485282"/>
            <a:ext cx="1600551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1" spc="57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5424221"/>
            <a:ext cx="1553185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1" sz="1425" i="0">
                <a:solidFill>
                  <a:srgbClr val="171726"/>
                </a:solidFill>
                <a:latin typeface="Archivo"/>
              </a:rPr>
              <a:t>(512) 348-6232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6250" y="5700446"/>
            <a:ext cx="2895539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1" sz="1425" i="0">
                <a:solidFill>
                  <a:srgbClr val="171726"/>
                </a:solidFill>
                <a:latin typeface="Archivo"/>
              </a:rPr>
              <a:t>roberto@choosecosmic.com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76250" y="5976671"/>
            <a:ext cx="1981078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1" sz="1425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810000" cy="66675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5278858b7374e5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7" y="3143250"/>
            <a:ext cx="3524156" cy="3741515"/>
          </a:xfrm>
          <a:prstGeom prst="rect">
            <a:avLst/>
          </a:prstGeom>
        </p:spPr>
      </p:pic>
      <p:pic>
        <p:nvPicPr>
          <p:cNvPr id="4" name="Graphic" descr="logo-e0f200bfc0dcc7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63" y="476250"/>
            <a:ext cx="1428125" cy="3397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