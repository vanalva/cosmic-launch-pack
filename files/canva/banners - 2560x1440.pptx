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banners/04-youtube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381000" y="762000"/>
            <a:ext cx="4000500" cy="12192000"/>
          </a:xfrm>
          <a:prstGeom prst="roundRect">
            <a:avLst>
              <a:gd name="adj" fmla="val 5238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hoto" descr="photo-cd4b3ea68c75c3e0.jpg"/>
          <p:cNvPicPr>
            <a:picLocks noChangeAspect="1"/>
          </p:cNvPicPr>
          <p:nvPr/>
        </p:nvPicPr>
        <p:blipFill>
          <a:blip r:embed="rId2"/>
          <a:srcRect l="29499" r="29500"/>
          <a:stretch>
            <a:fillRect/>
          </a:stretch>
        </p:blipFill>
        <p:spPr>
          <a:xfrm>
            <a:off x="381000" y="762000"/>
            <a:ext cx="4000500" cy="12192000"/>
          </a:xfrm>
          <a:prstGeom prst="roundRect">
            <a:avLst>
              <a:gd name="adj" fmla="val 5238"/>
            </a:avLst>
          </a:prstGeom>
        </p:spPr>
      </p:pic>
      <p:sp>
        <p:nvSpPr>
          <p:cNvPr id="5" name="Box"/>
          <p:cNvSpPr/>
          <p:nvPr/>
        </p:nvSpPr>
        <p:spPr>
          <a:xfrm>
            <a:off x="20002500" y="762000"/>
            <a:ext cx="4000500" cy="12192000"/>
          </a:xfrm>
          <a:prstGeom prst="roundRect">
            <a:avLst>
              <a:gd name="adj" fmla="val 5238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hoto" descr="photo-5bc9c844ef87c128.jpg"/>
          <p:cNvPicPr>
            <a:picLocks noChangeAspect="1"/>
          </p:cNvPicPr>
          <p:nvPr/>
        </p:nvPicPr>
        <p:blipFill>
          <a:blip r:embed="rId3"/>
          <a:srcRect l="29499" r="29500"/>
          <a:stretch>
            <a:fillRect/>
          </a:stretch>
        </p:blipFill>
        <p:spPr>
          <a:xfrm>
            <a:off x="20002500" y="762000"/>
            <a:ext cx="4000500" cy="12192000"/>
          </a:xfrm>
          <a:prstGeom prst="roundRect">
            <a:avLst>
              <a:gd name="adj" fmla="val 5238"/>
            </a:avLst>
          </a:prstGeom>
        </p:spPr>
      </p:pic>
      <p:pic>
        <p:nvPicPr>
          <p:cNvPr id="7" name="Graphic" descr="logo-2570cd6442771c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244" y="4762507"/>
            <a:ext cx="6005512" cy="1428736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5059680" y="6628257"/>
            <a:ext cx="14264640" cy="19751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ECE9E0"/>
                </a:solidFill>
                <a:latin typeface="Archivo Black"/>
              </a:rPr>
              <a:t>PROPERTY SERVICES. DONE PROPERLY.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683085" y="8409013"/>
            <a:ext cx="5017831" cy="715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16">
                <a:solidFill>
                  <a:srgbClr val="ECE9E0"/>
                </a:solidFill>
                <a:latin typeface="Archivo Medium"/>
              </a:rPr>
              <a:t>Owner-led. Austin-built.</a:t>
            </a:r>
          </a:p>
        </p:txBody>
      </p:sp>
      <p:pic>
        <p:nvPicPr>
          <p:cNvPr id="10" name="Graphic" descr="logo-7447b9b3985981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9488147"/>
            <a:ext cx="9525000" cy="42279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