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1430000" cy="76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print/04-postcard-neighbor-back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print/04-postcard-neighbor-front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1430000" cy="762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28600" y="228600"/>
            <a:ext cx="10972800" cy="7162800"/>
          </a:xfrm>
          <a:prstGeom prst="roundRect">
            <a:avLst>
              <a:gd name="adj" fmla="val 3989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ule left"/>
          <p:cNvSpPr/>
          <p:nvPr/>
        </p:nvSpPr>
        <p:spPr>
          <a:xfrm>
            <a:off x="5848350" y="571500"/>
            <a:ext cx="28575" cy="6477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Graphic" descr="logo-d62770192cba5f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23917"/>
            <a:ext cx="1841564" cy="438116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762000" y="1473327"/>
            <a:ext cx="4754880" cy="11521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779"/>
              </a:lnSpc>
              <a:spcBef>
                <a:spcPts val="0"/>
              </a:spcBef>
              <a:spcAft>
                <a:spcPts val="0"/>
              </a:spcAft>
            </a:pPr>
            <a:r>
              <a:rPr b="0" sz="4200" i="0" spc="-63">
                <a:solidFill>
                  <a:srgbClr val="171726"/>
                </a:solidFill>
                <a:latin typeface="Archivo Black"/>
              </a:rPr>
              <a:t>THINKING ABOUT YOURS?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762000" y="2528202"/>
            <a:ext cx="4754880" cy="7530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b="0" sz="2025" i="0" spc="-9">
                <a:solidFill>
                  <a:srgbClr val="362CFF"/>
                </a:solidFill>
                <a:latin typeface="Archivo Medium"/>
              </a:rPr>
              <a:t>Ask for a clear estimate. Property services, done properly.</a:t>
            </a:r>
          </a:p>
        </p:txBody>
      </p:sp>
      <p:sp>
        <p:nvSpPr>
          <p:cNvPr id="8" name="Box"/>
          <p:cNvSpPr/>
          <p:nvPr/>
        </p:nvSpPr>
        <p:spPr>
          <a:xfrm>
            <a:off x="762000" y="5648325"/>
            <a:ext cx="2849499" cy="619125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894306" y="5848350"/>
            <a:ext cx="2584887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i="0">
                <a:solidFill>
                  <a:srgbClr val="ECE9E0"/>
                </a:solidFill>
                <a:latin typeface="Archivo"/>
              </a:rPr>
              <a:t>Get a clear estimate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762000" y="6405524"/>
            <a:ext cx="3340608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171726"/>
                </a:solidFill>
                <a:latin typeface="Archivo"/>
              </a:rPr>
              <a:t>(512) 348-6433 · (512) 348-6232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62000" y="6672224"/>
            <a:ext cx="208146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171726"/>
                </a:solidFill>
                <a:latin typeface="Archivo"/>
              </a:rPr>
              <a:t>choosecosmic.com</a:t>
            </a:r>
          </a:p>
        </p:txBody>
      </p:sp>
      <p:sp>
        <p:nvSpPr>
          <p:cNvPr id="12" name="Box"/>
          <p:cNvSpPr/>
          <p:nvPr/>
        </p:nvSpPr>
        <p:spPr>
          <a:xfrm>
            <a:off x="8401050" y="571500"/>
            <a:ext cx="2381250" cy="152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Box frame"/>
          <p:cNvSpPr/>
          <p:nvPr/>
        </p:nvSpPr>
        <p:spPr>
          <a:xfrm>
            <a:off x="8410575" y="581025"/>
            <a:ext cx="2362200" cy="1504950"/>
          </a:xfrm>
          <a:prstGeom prst="rect">
            <a:avLst/>
          </a:prstGeom>
          <a:noFill/>
          <a:ln w="190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Box frame"/>
          <p:cNvSpPr/>
          <p:nvPr/>
        </p:nvSpPr>
        <p:spPr>
          <a:xfrm>
            <a:off x="8742045" y="1223962"/>
            <a:ext cx="1699165" cy="219075"/>
          </a:xfrm>
          <a:prstGeom prst="roundRect">
            <a:avLst>
              <a:gd name="adj" fmla="val 43478"/>
            </a:avLst>
          </a:prstGeom>
          <a:noFill/>
          <a:ln w="28575">
            <a:solidFill>
              <a:srgbClr val="1717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8767349" y="1267587"/>
            <a:ext cx="1648557" cy="1820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b="1" sz="839" i="0" spc="33">
                <a:solidFill>
                  <a:srgbClr val="171726"/>
                </a:solidFill>
                <a:latin typeface="Archivo"/>
              </a:rPr>
              <a:t>[TBC: POSTAGE INDICIA]</a:t>
            </a:r>
          </a:p>
        </p:txBody>
      </p:sp>
      <p:sp>
        <p:nvSpPr>
          <p:cNvPr id="16" name="Box"/>
          <p:cNvSpPr/>
          <p:nvPr/>
        </p:nvSpPr>
        <p:spPr>
          <a:xfrm>
            <a:off x="6305550" y="2609850"/>
            <a:ext cx="4476750" cy="2476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Box frame"/>
          <p:cNvSpPr/>
          <p:nvPr/>
        </p:nvSpPr>
        <p:spPr>
          <a:xfrm>
            <a:off x="6315075" y="2619375"/>
            <a:ext cx="4457700" cy="2457450"/>
          </a:xfrm>
          <a:prstGeom prst="rect">
            <a:avLst/>
          </a:prstGeom>
          <a:noFill/>
          <a:ln w="190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Box frame"/>
          <p:cNvSpPr/>
          <p:nvPr/>
        </p:nvSpPr>
        <p:spPr>
          <a:xfrm>
            <a:off x="7540847" y="3724275"/>
            <a:ext cx="2006251" cy="247650"/>
          </a:xfrm>
          <a:prstGeom prst="roundRect">
            <a:avLst>
              <a:gd name="adj" fmla="val 38461"/>
            </a:avLst>
          </a:prstGeom>
          <a:noFill/>
          <a:ln w="28575">
            <a:solidFill>
              <a:srgbClr val="1717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7547726" y="3760889"/>
            <a:ext cx="1992493" cy="2276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1" sz="1050" i="0" spc="42">
                <a:solidFill>
                  <a:srgbClr val="171726"/>
                </a:solidFill>
                <a:latin typeface="Archivo"/>
              </a:rPr>
              <a:t>[TBC: ADDRESS BLOCK]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1430000" cy="762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28600" y="228600"/>
            <a:ext cx="10972800" cy="7162800"/>
          </a:xfrm>
          <a:prstGeom prst="roundRect">
            <a:avLst>
              <a:gd name="adj" fmla="val 3989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Box"/>
          <p:cNvSpPr/>
          <p:nvPr/>
        </p:nvSpPr>
        <p:spPr>
          <a:xfrm>
            <a:off x="514350" y="514350"/>
            <a:ext cx="4762500" cy="6591300"/>
          </a:xfrm>
          <a:prstGeom prst="roundRect">
            <a:avLst>
              <a:gd name="adj" fmla="val 4400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hoto" descr="photo-8488522b832d1eb1.jpg"/>
          <p:cNvPicPr>
            <a:picLocks noChangeAspect="1"/>
          </p:cNvPicPr>
          <p:nvPr/>
        </p:nvPicPr>
        <p:blipFill>
          <a:blip r:embed="rId2"/>
          <a:srcRect l="16033" r="29777"/>
          <a:stretch>
            <a:fillRect/>
          </a:stretch>
        </p:blipFill>
        <p:spPr>
          <a:xfrm>
            <a:off x="514350" y="514350"/>
            <a:ext cx="4762500" cy="6591300"/>
          </a:xfrm>
          <a:prstGeom prst="roundRect">
            <a:avLst>
              <a:gd name="adj" fmla="val 4400"/>
            </a:avLst>
          </a:prstGeom>
        </p:spPr>
      </p:pic>
      <p:sp>
        <p:nvSpPr>
          <p:cNvPr id="6" name="Text"/>
          <p:cNvSpPr txBox="1"/>
          <p:nvPr/>
        </p:nvSpPr>
        <p:spPr>
          <a:xfrm>
            <a:off x="5753100" y="690524"/>
            <a:ext cx="2941411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0" sz="1500" i="1" spc="60">
                <a:solidFill>
                  <a:srgbClr val="362CFF"/>
                </a:solidFill>
                <a:latin typeface="Archivo ExtraBold"/>
              </a:rPr>
              <a:t>JUST FINISHED NEARBY</a:t>
            </a:r>
          </a:p>
        </p:txBody>
      </p:sp>
      <p:sp>
        <p:nvSpPr>
          <p:cNvPr id="7" name="Headline"/>
          <p:cNvSpPr txBox="1"/>
          <p:nvPr/>
        </p:nvSpPr>
        <p:spPr>
          <a:xfrm>
            <a:off x="5753100" y="1102233"/>
            <a:ext cx="5111496" cy="40599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95"/>
              </a:lnSpc>
              <a:spcBef>
                <a:spcPts val="0"/>
              </a:spcBef>
              <a:spcAft>
                <a:spcPts val="0"/>
              </a:spcAft>
            </a:pPr>
            <a:r>
              <a:rPr b="0" sz="5550" i="0" spc="-83">
                <a:solidFill>
                  <a:srgbClr val="171726"/>
                </a:solidFill>
                <a:latin typeface="Archivo Black"/>
              </a:rPr>
              <a:t>YOUR NEIGHBOR'S PLACE JUST GOT A FRESH LOOK.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5753100" y="5069281"/>
            <a:ext cx="3697986" cy="43925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b="0" sz="2025" i="0" spc="-9">
                <a:solidFill>
                  <a:srgbClr val="362CFF"/>
                </a:solidFill>
                <a:latin typeface="Archivo Medium"/>
              </a:rPr>
              <a:t>Done properly by Cosmic on</a:t>
            </a:r>
          </a:p>
        </p:txBody>
      </p:sp>
      <p:sp>
        <p:nvSpPr>
          <p:cNvPr id="9" name="Box frame"/>
          <p:cNvSpPr/>
          <p:nvPr/>
        </p:nvSpPr>
        <p:spPr>
          <a:xfrm>
            <a:off x="5767388" y="5410200"/>
            <a:ext cx="1718215" cy="324422"/>
          </a:xfrm>
          <a:prstGeom prst="roundRect">
            <a:avLst>
              <a:gd name="adj" fmla="val 29359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5915025" y="5458320"/>
            <a:ext cx="1669893" cy="3075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b="1" sz="1417" i="0" spc="57">
                <a:solidFill>
                  <a:srgbClr val="362CFF"/>
                </a:solidFill>
                <a:latin typeface="Archivo"/>
              </a:rPr>
              <a:t>[TBC: STREET]</a:t>
            </a:r>
          </a:p>
        </p:txBody>
      </p:sp>
      <p:pic>
        <p:nvPicPr>
          <p:cNvPr id="11" name="Graphic" descr="logo-193ae068717f95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100" y="6515114"/>
            <a:ext cx="1921669" cy="4571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