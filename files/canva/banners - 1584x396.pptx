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087600" cy="3771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banners/02-linkedin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5087600" cy="37719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3db3bde078f26d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2" y="843534"/>
            <a:ext cx="2962748" cy="704850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3810000" y="1812798"/>
            <a:ext cx="5365181" cy="86410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0" sz="3150" i="0" spc="-47">
                <a:solidFill>
                  <a:srgbClr val="ECE9E0"/>
                </a:solidFill>
                <a:latin typeface="Archivo Black"/>
              </a:rPr>
              <a:t>PROPERTY SERVICES.</a:t>
            </a:r>
          </a:p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0" sz="3150" i="0" spc="-47">
                <a:solidFill>
                  <a:srgbClr val="ECE9E0"/>
                </a:solidFill>
                <a:latin typeface="Archivo Black"/>
              </a:rPr>
              <a:t>DONE PROPERLY.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3810000" y="2635910"/>
            <a:ext cx="2771684" cy="3904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0" spc="-9">
                <a:solidFill>
                  <a:srgbClr val="ECE9E0"/>
                </a:solidFill>
                <a:latin typeface="Archivo Medium"/>
              </a:rPr>
              <a:t>Owner-led. Austin-built.</a:t>
            </a:r>
          </a:p>
        </p:txBody>
      </p:sp>
      <p:pic>
        <p:nvPicPr>
          <p:cNvPr id="6" name="Graphic" descr="logo-767440bee23251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3620" y="1390687"/>
            <a:ext cx="5364480" cy="23811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