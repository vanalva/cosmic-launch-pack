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57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banners/06-google-business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57912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cf9d1474b7213d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35151"/>
            <a:ext cx="2802541" cy="666736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571500" y="2512028"/>
            <a:ext cx="5151120" cy="15156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09"/>
              </a:lnSpc>
              <a:spcBef>
                <a:spcPts val="0"/>
              </a:spcBef>
              <a:spcAft>
                <a:spcPts val="0"/>
              </a:spcAft>
            </a:pPr>
            <a:r>
              <a:rPr b="0" sz="3900" i="0" spc="-58">
                <a:solidFill>
                  <a:srgbClr val="ECE9E0"/>
                </a:solidFill>
                <a:latin typeface="Archivo Black"/>
              </a:rPr>
              <a:t>PROPERTY SERVICES.</a:t>
            </a:r>
          </a:p>
          <a:p>
            <a:pPr algn="l">
              <a:lnSpc>
                <a:spcPts val="3509"/>
              </a:lnSpc>
              <a:spcBef>
                <a:spcPts val="0"/>
              </a:spcBef>
              <a:spcAft>
                <a:spcPts val="0"/>
              </a:spcAft>
            </a:pPr>
            <a:r>
              <a:rPr b="0" sz="3900" i="0" spc="-58">
                <a:solidFill>
                  <a:srgbClr val="ECE9E0"/>
                </a:solidFill>
                <a:latin typeface="Archivo Black"/>
              </a:rPr>
              <a:t>DONE PROPERLY.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71500" y="3963695"/>
            <a:ext cx="2771684" cy="3904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0" spc="-9">
                <a:solidFill>
                  <a:srgbClr val="ECE9E0"/>
                </a:solidFill>
                <a:latin typeface="Archivo Medium"/>
              </a:rPr>
              <a:t>Owner-led. Austin-built.</a:t>
            </a:r>
          </a:p>
        </p:txBody>
      </p:sp>
      <p:sp>
        <p:nvSpPr>
          <p:cNvPr id="6" name="Box"/>
          <p:cNvSpPr/>
          <p:nvPr/>
        </p:nvSpPr>
        <p:spPr>
          <a:xfrm>
            <a:off x="6096000" y="381000"/>
            <a:ext cx="3810000" cy="5029200"/>
          </a:xfrm>
          <a:prstGeom prst="roundRect">
            <a:avLst>
              <a:gd name="adj" fmla="val 5500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hoto" descr="photo-1e014d9e184b9e01.jpg"/>
          <p:cNvPicPr>
            <a:picLocks noChangeAspect="1"/>
          </p:cNvPicPr>
          <p:nvPr/>
        </p:nvPicPr>
        <p:blipFill>
          <a:blip r:embed="rId3"/>
          <a:srcRect l="25814" r="31550"/>
          <a:stretch>
            <a:fillRect/>
          </a:stretch>
        </p:blipFill>
        <p:spPr>
          <a:xfrm>
            <a:off x="6096000" y="381000"/>
            <a:ext cx="3810000" cy="5029200"/>
          </a:xfrm>
          <a:prstGeom prst="roundRect">
            <a:avLst>
              <a:gd name="adj" fmla="val 5500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