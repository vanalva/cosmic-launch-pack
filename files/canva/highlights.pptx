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highlights/01-services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highlights/02-work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highlights/03-reviews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highlights/04-arlo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highlights/05-estimate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highlights/06-diy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highlights/07-the-club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highlights/08-austin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highlights/09-team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highlights/10-cosmo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96a3ec1b1ec9a6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616" y="7143839"/>
            <a:ext cx="2723674" cy="4000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59853e1b3822d8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844" y="7143798"/>
            <a:ext cx="4397121" cy="40004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0228c22afd873b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678" y="7143806"/>
            <a:ext cx="4009549" cy="4000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f7e1405232d069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26" y="7143809"/>
            <a:ext cx="4693444" cy="4000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19a869ab2232d6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26" y="7143784"/>
            <a:ext cx="3630549" cy="40004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4709bdc2846175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528" y="7143808"/>
            <a:ext cx="2595753" cy="4000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f88a8acd403fff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6307578"/>
            <a:ext cx="5715000" cy="5672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b5d47547a09c9c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982" y="7143799"/>
            <a:ext cx="3712845" cy="4000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e41ca41a586a8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95" y="7143755"/>
            <a:ext cx="4194715" cy="4000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bb006309f3f9e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839" y="7143783"/>
            <a:ext cx="4477322" cy="4000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