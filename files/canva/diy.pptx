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diy/01-cover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diy/02-use-the-stuff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diy/03-clean-dry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diy/04-press-edges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diy/05-pull-early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diy/06-explore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jp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jpg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jpg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236345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914400" y="834314"/>
            <a:ext cx="571942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DIY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8581549" y="834314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01 / 06</a:t>
            </a:r>
          </a:p>
        </p:txBody>
      </p:sp>
      <p:pic>
        <p:nvPicPr>
          <p:cNvPr id="6" name="Graphic" descr="logo-af3a6c0cee7656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95437"/>
            <a:ext cx="2320385" cy="1333426"/>
          </a:xfrm>
          <a:prstGeom prst="rect">
            <a:avLst/>
          </a:prstGeom>
        </p:spPr>
      </p:pic>
      <p:pic>
        <p:nvPicPr>
          <p:cNvPr id="7" name="Graphic" descr="logo-86bcba136b1bd20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2435" y="1343065"/>
            <a:ext cx="2135981" cy="1238170"/>
          </a:xfrm>
          <a:prstGeom prst="rect">
            <a:avLst/>
          </a:prstGeom>
        </p:spPr>
      </p:pic>
      <p:pic>
        <p:nvPicPr>
          <p:cNvPr id="8" name="Graphic" descr="logo-3ab16da125694fa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628913"/>
            <a:ext cx="4453223" cy="1523973"/>
          </a:xfrm>
          <a:prstGeom prst="rect">
            <a:avLst/>
          </a:prstGeom>
        </p:spPr>
      </p:pic>
      <p:pic>
        <p:nvPicPr>
          <p:cNvPr id="9" name="Graphic" descr="logo-af3a6c0cee7656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248187"/>
            <a:ext cx="2320385" cy="1333426"/>
          </a:xfrm>
          <a:prstGeom prst="rect">
            <a:avLst/>
          </a:prstGeom>
        </p:spPr>
      </p:pic>
      <p:pic>
        <p:nvPicPr>
          <p:cNvPr id="10" name="Graphic" descr="logo-86bcba136b1bd20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2435" y="4295815"/>
            <a:ext cx="2135981" cy="1238170"/>
          </a:xfrm>
          <a:prstGeom prst="rect">
            <a:avLst/>
          </a:prstGeom>
        </p:spPr>
      </p:pic>
      <p:pic>
        <p:nvPicPr>
          <p:cNvPr id="11" name="Graphic" descr="logo-042daee99fd08d2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581659"/>
            <a:ext cx="5056442" cy="1428732"/>
          </a:xfrm>
          <a:prstGeom prst="rect">
            <a:avLst/>
          </a:prstGeom>
        </p:spPr>
      </p:pic>
      <p:sp>
        <p:nvSpPr>
          <p:cNvPr id="12" name="Text"/>
          <p:cNvSpPr txBox="1"/>
          <p:nvPr/>
        </p:nvSpPr>
        <p:spPr>
          <a:xfrm>
            <a:off x="914400" y="10960570"/>
            <a:ext cx="3112069" cy="1227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26"/>
              </a:lnSpc>
              <a:spcBef>
                <a:spcPts val="0"/>
              </a:spcBef>
              <a:spcAft>
                <a:spcPts val="0"/>
              </a:spcAft>
            </a:pPr>
            <a:r>
              <a:rPr b="1" sz="3300" i="0" spc="-16">
                <a:solidFill>
                  <a:srgbClr val="362CFF"/>
                </a:solidFill>
                <a:latin typeface="Archivo"/>
              </a:rPr>
              <a:t>Do it yourself. Do it properly.</a:t>
            </a:r>
          </a:p>
        </p:txBody>
      </p:sp>
      <p:sp>
        <p:nvSpPr>
          <p:cNvPr id="13" name="Box"/>
          <p:cNvSpPr/>
          <p:nvPr/>
        </p:nvSpPr>
        <p:spPr>
          <a:xfrm>
            <a:off x="5791200" y="7524750"/>
            <a:ext cx="3581400" cy="4476750"/>
          </a:xfrm>
          <a:prstGeom prst="roundRect">
            <a:avLst>
              <a:gd name="adj" fmla="val 5851"/>
            </a:avLst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hoto" descr="photo-2d6bec6fd868d150.jpg"/>
          <p:cNvPicPr>
            <a:picLocks noChangeAspect="1"/>
          </p:cNvPicPr>
          <p:nvPr/>
        </p:nvPicPr>
        <p:blipFill>
          <a:blip r:embed="rId6"/>
          <a:srcRect l="19" r="16"/>
          <a:stretch>
            <a:fillRect/>
          </a:stretch>
        </p:blipFill>
        <p:spPr>
          <a:xfrm>
            <a:off x="5791200" y="7524750"/>
            <a:ext cx="3581400" cy="4476750"/>
          </a:xfrm>
          <a:prstGeom prst="roundRect">
            <a:avLst>
              <a:gd name="adj" fmla="val 5851"/>
            </a:avLst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685800" y="643814"/>
            <a:ext cx="571942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DIY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8810149" y="643814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02 / 06</a:t>
            </a:r>
          </a:p>
        </p:txBody>
      </p:sp>
      <p:pic>
        <p:nvPicPr>
          <p:cNvPr id="5" name="Graphic" descr="logo-f69056b1c62007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00154"/>
            <a:ext cx="4222242" cy="1238241"/>
          </a:xfrm>
          <a:prstGeom prst="rect">
            <a:avLst/>
          </a:prstGeom>
        </p:spPr>
      </p:pic>
      <p:pic>
        <p:nvPicPr>
          <p:cNvPr id="6" name="Graphic" descr="logo-f87789c39aa7f2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38444"/>
            <a:ext cx="1815275" cy="1047712"/>
          </a:xfrm>
          <a:prstGeom prst="rect">
            <a:avLst/>
          </a:prstGeom>
        </p:spPr>
      </p:pic>
      <p:pic>
        <p:nvPicPr>
          <p:cNvPr id="7" name="Graphic" descr="logo-0b7de74a57deeb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7774" y="2495553"/>
            <a:ext cx="2931033" cy="1333493"/>
          </a:xfrm>
          <a:prstGeom prst="rect">
            <a:avLst/>
          </a:prstGeom>
        </p:spPr>
      </p:pic>
      <p:pic>
        <p:nvPicPr>
          <p:cNvPr id="8" name="Graphic" descr="logo-d25403dfa9191a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076705"/>
            <a:ext cx="2506980" cy="857240"/>
          </a:xfrm>
          <a:prstGeom prst="rect">
            <a:avLst/>
          </a:prstGeom>
        </p:spPr>
      </p:pic>
      <p:pic>
        <p:nvPicPr>
          <p:cNvPr id="9" name="Graphic" descr="logo-f69056b1c62007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480" y="3886204"/>
            <a:ext cx="4222242" cy="1238241"/>
          </a:xfrm>
          <a:prstGeom prst="rect">
            <a:avLst/>
          </a:prstGeom>
        </p:spPr>
      </p:pic>
      <p:sp>
        <p:nvSpPr>
          <p:cNvPr id="10" name="Text"/>
          <p:cNvSpPr txBox="1"/>
          <p:nvPr/>
        </p:nvSpPr>
        <p:spPr>
          <a:xfrm>
            <a:off x="685800" y="5437022"/>
            <a:ext cx="5413035" cy="1343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11"/>
              </a:lnSpc>
              <a:spcBef>
                <a:spcPts val="0"/>
              </a:spcBef>
              <a:spcAft>
                <a:spcPts val="0"/>
              </a:spcAft>
            </a:pPr>
            <a:r>
              <a:rPr b="0" sz="2550" i="0" spc="-12">
                <a:solidFill>
                  <a:srgbClr val="ECE9E0"/>
                </a:solidFill>
                <a:latin typeface="Archivo Medium"/>
              </a:rPr>
              <a:t>Practical guides, checklists, calculators and project plans to help you get the work right.</a:t>
            </a:r>
          </a:p>
        </p:txBody>
      </p:sp>
      <p:sp>
        <p:nvSpPr>
          <p:cNvPr id="11" name="Box"/>
          <p:cNvSpPr/>
          <p:nvPr/>
        </p:nvSpPr>
        <p:spPr>
          <a:xfrm>
            <a:off x="685800" y="8953500"/>
            <a:ext cx="8915400" cy="3238500"/>
          </a:xfrm>
          <a:prstGeom prst="roundRect">
            <a:avLst>
              <a:gd name="adj" fmla="val 6470"/>
            </a:avLst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hoto" descr="photo-9ebf1e4a93d51cfb.jpg"/>
          <p:cNvPicPr>
            <a:picLocks noChangeAspect="1"/>
          </p:cNvPicPr>
          <p:nvPr/>
        </p:nvPicPr>
        <p:blipFill>
          <a:blip r:embed="rId6"/>
          <a:srcRect t="22756" b="22756"/>
          <a:stretch>
            <a:fillRect/>
          </a:stretch>
        </p:blipFill>
        <p:spPr>
          <a:xfrm>
            <a:off x="685800" y="8953500"/>
            <a:ext cx="8915400" cy="3238500"/>
          </a:xfrm>
          <a:prstGeom prst="roundRect">
            <a:avLst>
              <a:gd name="adj" fmla="val 6470"/>
            </a:avLst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236345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914400" y="834314"/>
            <a:ext cx="571942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DIY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8581549" y="834314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03 / 06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914400" y="1462964"/>
            <a:ext cx="1744462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PREP TIP 01</a:t>
            </a:r>
          </a:p>
        </p:txBody>
      </p:sp>
      <p:sp>
        <p:nvSpPr>
          <p:cNvPr id="7" name="Headline"/>
          <p:cNvSpPr txBox="1"/>
          <p:nvPr/>
        </p:nvSpPr>
        <p:spPr>
          <a:xfrm>
            <a:off x="914400" y="1980057"/>
            <a:ext cx="6566184" cy="279806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480"/>
              </a:lnSpc>
              <a:spcBef>
                <a:spcPts val="0"/>
              </a:spcBef>
              <a:spcAft>
                <a:spcPts val="0"/>
              </a:spcAft>
            </a:pPr>
            <a:r>
              <a:rPr b="0" sz="7200" i="0" spc="-108">
                <a:solidFill>
                  <a:srgbClr val="171726"/>
                </a:solidFill>
                <a:latin typeface="Archivo Black"/>
              </a:rPr>
              <a:t>CLEAN IT.</a:t>
            </a:r>
          </a:p>
          <a:p>
            <a:pPr algn="l">
              <a:lnSpc>
                <a:spcPts val="6480"/>
              </a:lnSpc>
              <a:spcBef>
                <a:spcPts val="0"/>
              </a:spcBef>
              <a:spcAft>
                <a:spcPts val="0"/>
              </a:spcAft>
            </a:pPr>
            <a:r>
              <a:rPr b="0" sz="7200" i="0" spc="-108">
                <a:solidFill>
                  <a:srgbClr val="171726"/>
                </a:solidFill>
                <a:latin typeface="Archivo Black"/>
              </a:rPr>
              <a:t>DRY IT.</a:t>
            </a:r>
          </a:p>
          <a:p>
            <a:pPr algn="l">
              <a:lnSpc>
                <a:spcPts val="6480"/>
              </a:lnSpc>
              <a:spcBef>
                <a:spcPts val="0"/>
              </a:spcBef>
              <a:spcAft>
                <a:spcPts val="0"/>
              </a:spcAft>
            </a:pPr>
            <a:r>
              <a:rPr b="0" sz="7200" i="0" spc="-108">
                <a:solidFill>
                  <a:srgbClr val="171726"/>
                </a:solidFill>
                <a:latin typeface="Archivo Black"/>
              </a:rPr>
              <a:t>THEN TAPE.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914400" y="4658049"/>
            <a:ext cx="6140828" cy="18406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94"/>
              </a:lnSpc>
              <a:spcBef>
                <a:spcPts val="0"/>
              </a:spcBef>
              <a:spcAft>
                <a:spcPts val="0"/>
              </a:spcAft>
            </a:pPr>
            <a:r>
              <a:rPr b="0" sz="2700" i="0" spc="-13">
                <a:solidFill>
                  <a:srgbClr val="171726"/>
                </a:solidFill>
                <a:latin typeface="Archivo Medium"/>
              </a:rPr>
              <a:t>Tape holds best on a clean, dry surface. Wipe off dust and grease, then let it dry fully before you stick anything down.</a:t>
            </a:r>
          </a:p>
        </p:txBody>
      </p:sp>
      <p:sp>
        <p:nvSpPr>
          <p:cNvPr id="9" name="Box"/>
          <p:cNvSpPr/>
          <p:nvPr/>
        </p:nvSpPr>
        <p:spPr>
          <a:xfrm>
            <a:off x="914400" y="7429500"/>
            <a:ext cx="8458200" cy="4572000"/>
          </a:xfrm>
          <a:prstGeom prst="roundRect">
            <a:avLst>
              <a:gd name="adj" fmla="val 4583"/>
            </a:avLst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hoto" descr="photo-100cd0500e79fa41.jpg"/>
          <p:cNvPicPr>
            <a:picLocks noChangeAspect="1"/>
          </p:cNvPicPr>
          <p:nvPr/>
        </p:nvPicPr>
        <p:blipFill>
          <a:blip r:embed="rId2"/>
          <a:srcRect t="10405" b="8514"/>
          <a:stretch>
            <a:fillRect/>
          </a:stretch>
        </p:blipFill>
        <p:spPr>
          <a:xfrm>
            <a:off x="914400" y="7429500"/>
            <a:ext cx="8458200" cy="4572000"/>
          </a:xfrm>
          <a:prstGeom prst="roundRect">
            <a:avLst>
              <a:gd name="adj" fmla="val 4583"/>
            </a:avLst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685800" y="643814"/>
            <a:ext cx="571942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DIY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8809863" y="643814"/>
            <a:ext cx="96249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04 / 06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685800" y="1272464"/>
            <a:ext cx="1744462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PREP TIP 02</a:t>
            </a:r>
          </a:p>
        </p:txBody>
      </p:sp>
      <p:sp>
        <p:nvSpPr>
          <p:cNvPr id="6" name="Headline"/>
          <p:cNvSpPr txBox="1"/>
          <p:nvPr/>
        </p:nvSpPr>
        <p:spPr>
          <a:xfrm>
            <a:off x="685800" y="1789557"/>
            <a:ext cx="7807513" cy="1975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480"/>
              </a:lnSpc>
              <a:spcBef>
                <a:spcPts val="0"/>
              </a:spcBef>
              <a:spcAft>
                <a:spcPts val="0"/>
              </a:spcAft>
            </a:pPr>
            <a:r>
              <a:rPr b="0" sz="7200" i="0" spc="-108">
                <a:solidFill>
                  <a:srgbClr val="ECE9E0"/>
                </a:solidFill>
                <a:latin typeface="Archivo Black"/>
              </a:rPr>
              <a:t>PRESS THE</a:t>
            </a:r>
          </a:p>
          <a:p>
            <a:pPr algn="l">
              <a:lnSpc>
                <a:spcPts val="6480"/>
              </a:lnSpc>
              <a:spcBef>
                <a:spcPts val="0"/>
              </a:spcBef>
              <a:spcAft>
                <a:spcPts val="0"/>
              </a:spcAft>
            </a:pPr>
            <a:r>
              <a:rPr b="0" sz="7200" i="0" spc="-108">
                <a:solidFill>
                  <a:srgbClr val="ECE9E0"/>
                </a:solidFill>
                <a:latin typeface="Archivo Black"/>
              </a:rPr>
              <a:t>EDGES DOWN.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685800" y="3644684"/>
            <a:ext cx="6140828" cy="142234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94"/>
              </a:lnSpc>
              <a:spcBef>
                <a:spcPts val="0"/>
              </a:spcBef>
              <a:spcAft>
                <a:spcPts val="0"/>
              </a:spcAft>
            </a:pPr>
            <a:r>
              <a:rPr b="0" sz="2700" i="0" spc="-13">
                <a:solidFill>
                  <a:srgbClr val="ECE9E0"/>
                </a:solidFill>
                <a:latin typeface="Archivo Medium"/>
              </a:rPr>
              <a:t>Run your thumb or a putty knife along the tape edge. A firm seal helps keep paint from creeping underneath.</a:t>
            </a:r>
          </a:p>
        </p:txBody>
      </p:sp>
      <p:sp>
        <p:nvSpPr>
          <p:cNvPr id="8" name="Box"/>
          <p:cNvSpPr/>
          <p:nvPr/>
        </p:nvSpPr>
        <p:spPr>
          <a:xfrm>
            <a:off x="685800" y="6858000"/>
            <a:ext cx="8915400" cy="5334000"/>
          </a:xfrm>
          <a:prstGeom prst="roundRect">
            <a:avLst>
              <a:gd name="adj" fmla="val 3928"/>
            </a:avLst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hoto" descr="photo-69344718e96268eb.jpg"/>
          <p:cNvPicPr>
            <a:picLocks noChangeAspect="1"/>
          </p:cNvPicPr>
          <p:nvPr/>
        </p:nvPicPr>
        <p:blipFill>
          <a:blip r:embed="rId2"/>
          <a:srcRect t="23454" b="28666"/>
          <a:stretch>
            <a:fillRect/>
          </a:stretch>
        </p:blipFill>
        <p:spPr>
          <a:xfrm>
            <a:off x="685800" y="6858000"/>
            <a:ext cx="8915400" cy="5334000"/>
          </a:xfrm>
          <a:prstGeom prst="roundRect">
            <a:avLst>
              <a:gd name="adj" fmla="val 3928"/>
            </a:avLst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236345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914400" y="834314"/>
            <a:ext cx="571942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DIY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8581549" y="834314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05 / 06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914400" y="1462964"/>
            <a:ext cx="1744462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PREP TIP 03</a:t>
            </a:r>
          </a:p>
        </p:txBody>
      </p:sp>
      <p:sp>
        <p:nvSpPr>
          <p:cNvPr id="7" name="Headline"/>
          <p:cNvSpPr txBox="1"/>
          <p:nvPr/>
        </p:nvSpPr>
        <p:spPr>
          <a:xfrm>
            <a:off x="914400" y="1980057"/>
            <a:ext cx="8385078" cy="3621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480"/>
              </a:lnSpc>
              <a:spcBef>
                <a:spcPts val="0"/>
              </a:spcBef>
              <a:spcAft>
                <a:spcPts val="0"/>
              </a:spcAft>
            </a:pPr>
            <a:r>
              <a:rPr b="0" sz="7200" i="0" spc="-108">
                <a:solidFill>
                  <a:srgbClr val="171726"/>
                </a:solidFill>
                <a:latin typeface="Archivo Black"/>
              </a:rPr>
              <a:t>PULL TAPE</a:t>
            </a:r>
          </a:p>
          <a:p>
            <a:pPr algn="l">
              <a:lnSpc>
                <a:spcPts val="6480"/>
              </a:lnSpc>
              <a:spcBef>
                <a:spcPts val="0"/>
              </a:spcBef>
              <a:spcAft>
                <a:spcPts val="0"/>
              </a:spcAft>
            </a:pPr>
            <a:r>
              <a:rPr b="0" sz="7200" i="0" spc="-108">
                <a:solidFill>
                  <a:srgbClr val="171726"/>
                </a:solidFill>
                <a:latin typeface="Archivo Black"/>
              </a:rPr>
              <a:t>WHILE THE</a:t>
            </a:r>
          </a:p>
          <a:p>
            <a:pPr algn="l">
              <a:lnSpc>
                <a:spcPts val="6480"/>
              </a:lnSpc>
              <a:spcBef>
                <a:spcPts val="0"/>
              </a:spcBef>
              <a:spcAft>
                <a:spcPts val="0"/>
              </a:spcAft>
            </a:pPr>
            <a:r>
              <a:rPr b="0" sz="7200" i="0" spc="-108">
                <a:solidFill>
                  <a:srgbClr val="171726"/>
                </a:solidFill>
                <a:latin typeface="Archivo Black"/>
              </a:rPr>
              <a:t>PAINT IS</a:t>
            </a:r>
          </a:p>
          <a:p>
            <a:pPr algn="l">
              <a:lnSpc>
                <a:spcPts val="6480"/>
              </a:lnSpc>
              <a:spcBef>
                <a:spcPts val="0"/>
              </a:spcBef>
              <a:spcAft>
                <a:spcPts val="0"/>
              </a:spcAft>
            </a:pPr>
            <a:r>
              <a:rPr b="0" sz="7200" i="0" spc="-108">
                <a:solidFill>
                  <a:srgbClr val="171726"/>
                </a:solidFill>
                <a:latin typeface="Archivo Black"/>
              </a:rPr>
              <a:t>SLIGHTLY WET.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914400" y="5480914"/>
            <a:ext cx="6140828" cy="142234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94"/>
              </a:lnSpc>
              <a:spcBef>
                <a:spcPts val="0"/>
              </a:spcBef>
              <a:spcAft>
                <a:spcPts val="0"/>
              </a:spcAft>
            </a:pPr>
            <a:r>
              <a:rPr b="0" sz="2700" i="0" spc="-13">
                <a:solidFill>
                  <a:srgbClr val="171726"/>
                </a:solidFill>
                <a:latin typeface="Archivo Medium"/>
              </a:rPr>
              <a:t>Take it off while the paint is slightly wet. Pull slowly, at a low angle, for a clean line.</a:t>
            </a:r>
          </a:p>
        </p:txBody>
      </p:sp>
      <p:sp>
        <p:nvSpPr>
          <p:cNvPr id="9" name="Box"/>
          <p:cNvSpPr/>
          <p:nvPr/>
        </p:nvSpPr>
        <p:spPr>
          <a:xfrm>
            <a:off x="914400" y="8382000"/>
            <a:ext cx="8458200" cy="3619500"/>
          </a:xfrm>
          <a:prstGeom prst="roundRect">
            <a:avLst>
              <a:gd name="adj" fmla="val 5789"/>
            </a:avLst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hoto" descr="photo-56461a04d4df566c.jpg"/>
          <p:cNvPicPr>
            <a:picLocks noChangeAspect="1"/>
          </p:cNvPicPr>
          <p:nvPr/>
        </p:nvPicPr>
        <p:blipFill>
          <a:blip r:embed="rId2"/>
          <a:srcRect t="23014" b="42740"/>
          <a:stretch>
            <a:fillRect/>
          </a:stretch>
        </p:blipFill>
        <p:spPr>
          <a:xfrm>
            <a:off x="914400" y="8382000"/>
            <a:ext cx="8458200" cy="3619500"/>
          </a:xfrm>
          <a:prstGeom prst="roundRect">
            <a:avLst>
              <a:gd name="adj" fmla="val 5789"/>
            </a:avLst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685800" y="643814"/>
            <a:ext cx="571942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DIY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8810149" y="643814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06 / 06</a:t>
            </a:r>
          </a:p>
        </p:txBody>
      </p:sp>
      <p:pic>
        <p:nvPicPr>
          <p:cNvPr id="5" name="Graphic" descr="logo-573a560638d315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00155"/>
            <a:ext cx="2154746" cy="1238240"/>
          </a:xfrm>
          <a:prstGeom prst="rect">
            <a:avLst/>
          </a:prstGeom>
        </p:spPr>
      </p:pic>
      <p:pic>
        <p:nvPicPr>
          <p:cNvPr id="6" name="Graphic" descr="logo-229bb43cc2eaf9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8196" y="1247812"/>
            <a:ext cx="1971675" cy="1142926"/>
          </a:xfrm>
          <a:prstGeom prst="rect">
            <a:avLst/>
          </a:prstGeom>
        </p:spPr>
      </p:pic>
      <p:pic>
        <p:nvPicPr>
          <p:cNvPr id="7" name="Graphic" descr="logo-66ca6818c1f0a8e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438409"/>
            <a:ext cx="5056442" cy="1428732"/>
          </a:xfrm>
          <a:prstGeom prst="rect">
            <a:avLst/>
          </a:prstGeom>
        </p:spPr>
      </p:pic>
      <p:sp>
        <p:nvSpPr>
          <p:cNvPr id="8" name="Headline"/>
          <p:cNvSpPr txBox="1"/>
          <p:nvPr/>
        </p:nvSpPr>
        <p:spPr>
          <a:xfrm>
            <a:off x="685800" y="4415790"/>
            <a:ext cx="6588481" cy="2468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100"/>
              </a:lnSpc>
              <a:spcBef>
                <a:spcPts val="0"/>
              </a:spcBef>
              <a:spcAft>
                <a:spcPts val="0"/>
              </a:spcAft>
            </a:pPr>
            <a:r>
              <a:rPr b="0" sz="9000" i="0" spc="-135">
                <a:solidFill>
                  <a:srgbClr val="ECE9E0"/>
                </a:solidFill>
                <a:latin typeface="Archivo Black"/>
              </a:rPr>
              <a:t>EXPLORE</a:t>
            </a:r>
          </a:p>
          <a:p>
            <a:pPr algn="l">
              <a:lnSpc>
                <a:spcPts val="8100"/>
              </a:lnSpc>
              <a:spcBef>
                <a:spcPts val="0"/>
              </a:spcBef>
              <a:spcAft>
                <a:spcPts val="0"/>
              </a:spcAft>
            </a:pPr>
            <a:r>
              <a:rPr b="0" sz="9000" i="0" spc="-135">
                <a:solidFill>
                  <a:srgbClr val="ECE9E0"/>
                </a:solidFill>
                <a:latin typeface="Archivo Black"/>
              </a:rPr>
              <a:t>DIY.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685800" y="6667119"/>
            <a:ext cx="5913387" cy="11155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59"/>
              </a:lnSpc>
              <a:spcBef>
                <a:spcPts val="0"/>
              </a:spcBef>
              <a:spcAft>
                <a:spcPts val="0"/>
              </a:spcAft>
            </a:pPr>
            <a:r>
              <a:rPr b="0" sz="3000" i="0" spc="-15">
                <a:solidFill>
                  <a:srgbClr val="ECE9E0"/>
                </a:solidFill>
                <a:latin typeface="Archivo Medium"/>
              </a:rPr>
              <a:t>Guides, checklists, calculators and project plans.</a:t>
            </a:r>
          </a:p>
        </p:txBody>
      </p:sp>
      <p:sp>
        <p:nvSpPr>
          <p:cNvPr id="10" name="Box"/>
          <p:cNvSpPr/>
          <p:nvPr/>
        </p:nvSpPr>
        <p:spPr>
          <a:xfrm>
            <a:off x="685800" y="10944225"/>
            <a:ext cx="2447639" cy="704850"/>
          </a:xfrm>
          <a:prstGeom prst="roundRect">
            <a:avLst>
              <a:gd name="adj" fmla="val 50000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"/>
          <p:cNvSpPr txBox="1"/>
          <p:nvPr/>
        </p:nvSpPr>
        <p:spPr>
          <a:xfrm>
            <a:off x="970234" y="11163300"/>
            <a:ext cx="1878772" cy="4000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i="0">
                <a:solidFill>
                  <a:srgbClr val="362CFF"/>
                </a:solidFill>
                <a:latin typeface="Archivo"/>
              </a:rPr>
              <a:t>Explore DIY</a:t>
            </a:r>
          </a:p>
        </p:txBody>
      </p:sp>
      <p:sp>
        <p:nvSpPr>
          <p:cNvPr id="12" name="Box frame"/>
          <p:cNvSpPr/>
          <p:nvPr/>
        </p:nvSpPr>
        <p:spPr>
          <a:xfrm>
            <a:off x="700088" y="11891962"/>
            <a:ext cx="1222343" cy="285750"/>
          </a:xfrm>
          <a:prstGeom prst="roundRect">
            <a:avLst>
              <a:gd name="adj" fmla="val 33333"/>
            </a:avLst>
          </a:prstGeom>
          <a:noFill/>
          <a:ln w="28575">
            <a:solidFill>
              <a:srgbClr val="EC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"/>
          <p:cNvSpPr txBox="1"/>
          <p:nvPr/>
        </p:nvSpPr>
        <p:spPr>
          <a:xfrm>
            <a:off x="847725" y="11931167"/>
            <a:ext cx="1114516" cy="27310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6"/>
              </a:lnSpc>
              <a:spcBef>
                <a:spcPts val="0"/>
              </a:spcBef>
              <a:spcAft>
                <a:spcPts val="0"/>
              </a:spcAft>
            </a:pPr>
            <a:r>
              <a:rPr b="1" sz="1260" i="1" spc="50">
                <a:solidFill>
                  <a:srgbClr val="ECE9E0"/>
                </a:solidFill>
                <a:latin typeface="Archivo"/>
              </a:rPr>
              <a:t>[TBC: URL]</a:t>
            </a:r>
          </a:p>
        </p:txBody>
      </p:sp>
      <p:sp>
        <p:nvSpPr>
          <p:cNvPr id="14" name="Box"/>
          <p:cNvSpPr/>
          <p:nvPr/>
        </p:nvSpPr>
        <p:spPr>
          <a:xfrm>
            <a:off x="5791200" y="9334500"/>
            <a:ext cx="3810000" cy="2857500"/>
          </a:xfrm>
          <a:prstGeom prst="roundRect">
            <a:avLst>
              <a:gd name="adj" fmla="val 7333"/>
            </a:avLst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hoto" descr="photo-f56efca513da3675.jpg"/>
          <p:cNvPicPr>
            <a:picLocks noChangeAspect="1"/>
          </p:cNvPicPr>
          <p:nvPr/>
        </p:nvPicPr>
        <p:blipFill>
          <a:blip r:embed="rId5"/>
          <a:srcRect l="4145" r="4143"/>
          <a:stretch>
            <a:fillRect/>
          </a:stretch>
        </p:blipFill>
        <p:spPr>
          <a:xfrm>
            <a:off x="5791200" y="9334500"/>
            <a:ext cx="3810000" cy="2857500"/>
          </a:xfrm>
          <a:prstGeom prst="roundRect">
            <a:avLst>
              <a:gd name="adj" fmla="val 7333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