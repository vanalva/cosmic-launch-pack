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profile/01-comet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profile/02-arlo-curl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53d16e9256bc66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408" y="4333890"/>
            <a:ext cx="6806184" cy="16192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f7e1405232d069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826" y="3143309"/>
            <a:ext cx="4693444" cy="40003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