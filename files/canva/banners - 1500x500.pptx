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287500" cy="476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banners/03-x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4287500" cy="47625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f1c1088c503c1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1216823"/>
            <a:ext cx="3363087" cy="800092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3619500" y="2320576"/>
            <a:ext cx="5868711" cy="946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ECE9E0"/>
                </a:solidFill>
                <a:latin typeface="Archivo Black"/>
              </a:rPr>
              <a:t>PROPERTY SERVICES.</a:t>
            </a:r>
          </a:p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ECE9E0"/>
                </a:solidFill>
                <a:latin typeface="Archivo Black"/>
              </a:rPr>
              <a:t>DONE PROPERLY.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3619500" y="3230442"/>
            <a:ext cx="2996245" cy="4229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b="0" sz="1950" i="0" spc="-9">
                <a:solidFill>
                  <a:srgbClr val="ECE9E0"/>
                </a:solidFill>
                <a:latin typeface="Archivo Medium"/>
              </a:rPr>
              <a:t>Owner-led. Austin-built.</a:t>
            </a:r>
          </a:p>
        </p:txBody>
      </p:sp>
      <p:pic>
        <p:nvPicPr>
          <p:cNvPr id="6" name="Graphic" descr="logo-767440bee23251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520" y="2381287"/>
            <a:ext cx="5364480" cy="2381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